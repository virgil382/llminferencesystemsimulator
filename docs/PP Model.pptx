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0" r:id="rId3"/>
    <p:sldId id="261" r:id="rId4"/>
    <p:sldId id="262" r:id="rId5"/>
    <p:sldId id="263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C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98" autoAdjust="0"/>
  </p:normalViewPr>
  <p:slideViewPr>
    <p:cSldViewPr snapToGrid="0">
      <p:cViewPr>
        <p:scale>
          <a:sx n="150" d="100"/>
          <a:sy n="150" d="100"/>
        </p:scale>
        <p:origin x="318" y="-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4746B9-973E-42EE-833B-2CCE415A7F5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E4984D-4A2B-49D3-A2B8-537353A37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479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E4984D-4A2B-49D3-A2B8-537353A3719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87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9017B-033C-889B-1F68-10744C6069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B2449-7035-559C-A11B-67CBDC5B0C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EA0CA-0E4E-B6C8-969F-6F9AC275F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EE99-EB13-440C-B182-3BC3988FEC29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9A0BF-3283-A359-891E-A003BF4E4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0A263-77E2-9307-3EEF-76084A53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02E2-632A-4EB4-B76C-5F94BE43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543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3B0BD-2EF9-D851-7EF5-D359F71C7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59CCF-32CF-3267-057A-025595337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D5B3A-CC0B-C44B-1E08-71F0D678D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EE99-EB13-440C-B182-3BC3988FEC29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4E61A-E0DA-B5A1-B436-2131F96B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79267-AE62-DC0B-D53B-3FF4261D9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02E2-632A-4EB4-B76C-5F94BE43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15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FE12C-921F-19B3-09F4-0FFF17642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07A37-57A5-A0A2-4B17-1C86210C6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CA903-575B-03A3-0E52-C076CACDF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EE99-EB13-440C-B182-3BC3988FEC29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25957-848A-FD11-D6A7-83432C279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F174F-DE02-44E6-6B1A-5B2E8C23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02E2-632A-4EB4-B76C-5F94BE43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19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B1DEA-CC3E-4270-4FCC-BFE3B8927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5EB73-0694-C227-4D61-AE2D50EFA0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0B569-6DEF-0D95-74E7-E636DB9E1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6AED7-DFF5-C60B-ADE2-865B2BAFA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EE99-EB13-440C-B182-3BC3988FEC29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CAB50A-1FF9-8351-513C-F3410F53B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BE812-9FAB-E971-9994-292EE307C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02E2-632A-4EB4-B76C-5F94BE43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477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6B913-BA46-404C-7FD1-3C756B757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45D36-5399-BB9A-A420-0A7804CEF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CD901D-9408-8B89-49BA-42679AB4D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11B1C8-1477-15F8-54DB-FF944AA5BE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B4CB4D-E393-B0C8-3C7B-1D7188A23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0C3079-4E52-1D84-729E-E5C7FB71E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EE99-EB13-440C-B182-3BC3988FEC29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4B6A14-A0A5-E370-51CF-4B3327776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12843A-B7AB-084A-85A9-1A79CF656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02E2-632A-4EB4-B76C-5F94BE43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883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61E73-396B-AF51-D7C1-471EC5D03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FCAF2D-35A2-88D0-0B94-E17155C31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EE99-EB13-440C-B182-3BC3988FEC29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17B86C-4D9C-1C49-3D6B-07F98DAFA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EA44-85B2-C592-37BB-51E59C6B5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02E2-632A-4EB4-B76C-5F94BE43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852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CD8A47-FA01-64D1-C2D1-5BB96DC50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EE99-EB13-440C-B182-3BC3988FEC29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8996C1-5FF4-6DBF-3A42-7AF2A4C87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A2076-6AA0-4540-63D4-6AD226954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02E2-632A-4EB4-B76C-5F94BE43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043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4FB24-5F39-7BB9-3AB4-A3784ED2B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C80AC-EA21-9CBD-F7DE-2E04C668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6C5C86-315E-4904-A92B-FA3D6F7A6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587E7-AEC4-63C5-342A-62F1D4D7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EE99-EB13-440C-B182-3BC3988FEC29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B2E13-C121-C403-3A1F-A0B1F79C6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935FB-A9E9-5C1E-3921-D1F7646A5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02E2-632A-4EB4-B76C-5F94BE43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54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8CFC5-7FC9-7AE1-D69A-065B92A8F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22B691-0D3C-7BC6-9AA2-A512B63740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38DB58-ED24-38BF-33AB-DD61E30A9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A0044B-83D7-8BB8-DC22-17E45BB67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EE99-EB13-440C-B182-3BC3988FEC29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F38088-55D5-7394-7902-224A83D62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A1A4C-79BE-5282-9E01-29DDAA902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02E2-632A-4EB4-B76C-5F94BE43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82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7D12E-5271-3447-FF72-39F8662C3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2CF66F-39B3-8731-B629-790BAD21D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7C580-2CD8-72DC-388F-304673135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EE99-EB13-440C-B182-3BC3988FEC29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56F1D-640D-4269-45C8-92E672746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06493-4DD1-9198-C366-041CFFF9D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02E2-632A-4EB4-B76C-5F94BE43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632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AD6FDC-3A7A-D5C1-587E-BE11015B4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A35BF6-9AC3-BB40-7CDF-AEBFDCDE4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C086B-4A0A-933B-81A3-BDC9FACAD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EE99-EB13-440C-B182-3BC3988FEC29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CB3A5-D919-CD88-2BC0-C60999320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A29E8-622C-0ED4-10B9-2218E168B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02E2-632A-4EB4-B76C-5F94BE43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36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3F6F36-FAB2-13C4-D7AA-E459B55D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89BAD-4733-22B8-C088-6EF6E5AB4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8C975-81D1-CAC0-ADEC-7F01DCDD96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BEE99-EB13-440C-B182-3BC3988FEC29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42E29-7346-04B0-654C-8FC185D760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416E6-1B1F-FC0E-5179-C3979D1418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D302E2-632A-4EB4-B76C-5F94BE43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8EF94-C843-577B-4C92-521EDDB8ED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PP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CAFB8C-B0B5-B7F7-88B7-DB868869DA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Pipeline Parallelism (PP) for Inference</a:t>
            </a:r>
          </a:p>
        </p:txBody>
      </p:sp>
    </p:spTree>
    <p:extLst>
      <p:ext uri="{BB962C8B-B14F-4D97-AF65-F5344CB8AC3E}">
        <p14:creationId xmlns:p14="http://schemas.microsoft.com/office/powerpoint/2010/main" val="2170785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344D1-E028-570F-40E1-10318CF70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Rectangle: Rounded Corners 605">
            <a:extLst>
              <a:ext uri="{FF2B5EF4-FFF2-40B4-BE49-F238E27FC236}">
                <a16:creationId xmlns:a16="http://schemas.microsoft.com/office/drawing/2014/main" id="{D1508A19-D0CA-042F-14A6-5B083CCDFB72}"/>
              </a:ext>
            </a:extLst>
          </p:cNvPr>
          <p:cNvSpPr/>
          <p:nvPr/>
        </p:nvSpPr>
        <p:spPr>
          <a:xfrm>
            <a:off x="6501513" y="5987979"/>
            <a:ext cx="5431430" cy="834498"/>
          </a:xfrm>
          <a:prstGeom prst="roundRect">
            <a:avLst>
              <a:gd name="adj" fmla="val 13928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ABB144-8567-01C8-5938-BFCB5703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68458"/>
          </a:xfrm>
        </p:spPr>
        <p:txBody>
          <a:bodyPr>
            <a:normAutofit fontScale="90000"/>
          </a:bodyPr>
          <a:lstStyle/>
          <a:p>
            <a:r>
              <a:rPr lang="en-US" dirty="0"/>
              <a:t>PP Pipeline (Logical View)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1E26CE-423F-7091-2FF2-C246DBFB842E}"/>
              </a:ext>
            </a:extLst>
          </p:cNvPr>
          <p:cNvCxnSpPr>
            <a:cxnSpLocks/>
            <a:endCxn id="369" idx="2"/>
          </p:cNvCxnSpPr>
          <p:nvPr/>
        </p:nvCxnSpPr>
        <p:spPr>
          <a:xfrm flipV="1">
            <a:off x="5644609" y="3947928"/>
            <a:ext cx="0" cy="1014435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A5C4E6F-9A8A-D50F-8D27-D8D0272CBF38}"/>
              </a:ext>
            </a:extLst>
          </p:cNvPr>
          <p:cNvCxnSpPr>
            <a:cxnSpLocks/>
            <a:stCxn id="369" idx="0"/>
            <a:endCxn id="392" idx="2"/>
          </p:cNvCxnSpPr>
          <p:nvPr/>
        </p:nvCxnSpPr>
        <p:spPr>
          <a:xfrm flipV="1">
            <a:off x="5644609" y="2572757"/>
            <a:ext cx="0" cy="1024410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B0662B-C88F-C9D8-9910-F99EB2D41042}"/>
              </a:ext>
            </a:extLst>
          </p:cNvPr>
          <p:cNvCxnSpPr>
            <a:cxnSpLocks/>
            <a:stCxn id="392" idx="0"/>
            <a:endCxn id="438" idx="2"/>
          </p:cNvCxnSpPr>
          <p:nvPr/>
        </p:nvCxnSpPr>
        <p:spPr>
          <a:xfrm flipV="1">
            <a:off x="5644609" y="1197586"/>
            <a:ext cx="0" cy="1024410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7D6F24F-75D8-F849-CCBE-13472256C124}"/>
              </a:ext>
            </a:extLst>
          </p:cNvPr>
          <p:cNvCxnSpPr>
            <a:cxnSpLocks/>
            <a:stCxn id="540" idx="0"/>
            <a:endCxn id="518" idx="2"/>
          </p:cNvCxnSpPr>
          <p:nvPr/>
        </p:nvCxnSpPr>
        <p:spPr>
          <a:xfrm flipV="1">
            <a:off x="8869967" y="3946933"/>
            <a:ext cx="0" cy="1025404"/>
          </a:xfrm>
          <a:prstGeom prst="line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35DEEC8-378D-13A7-3076-B6CAD439C63C}"/>
              </a:ext>
            </a:extLst>
          </p:cNvPr>
          <p:cNvCxnSpPr>
            <a:cxnSpLocks/>
            <a:stCxn id="518" idx="0"/>
            <a:endCxn id="496" idx="2"/>
          </p:cNvCxnSpPr>
          <p:nvPr/>
        </p:nvCxnSpPr>
        <p:spPr>
          <a:xfrm flipV="1">
            <a:off x="8869967" y="2570767"/>
            <a:ext cx="0" cy="1025405"/>
          </a:xfrm>
          <a:prstGeom prst="line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EFBF683-48F1-591D-5C39-30F702BA4D94}"/>
              </a:ext>
            </a:extLst>
          </p:cNvPr>
          <p:cNvCxnSpPr>
            <a:cxnSpLocks/>
            <a:stCxn id="496" idx="0"/>
            <a:endCxn id="474" idx="2"/>
          </p:cNvCxnSpPr>
          <p:nvPr/>
        </p:nvCxnSpPr>
        <p:spPr>
          <a:xfrm flipV="1">
            <a:off x="8869967" y="1194601"/>
            <a:ext cx="0" cy="1025405"/>
          </a:xfrm>
          <a:prstGeom prst="line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4409824-9A38-BFD6-91BF-7221E233DC1A}"/>
              </a:ext>
            </a:extLst>
          </p:cNvPr>
          <p:cNvCxnSpPr>
            <a:cxnSpLocks/>
            <a:stCxn id="344" idx="3"/>
            <a:endCxn id="540" idx="1"/>
          </p:cNvCxnSpPr>
          <p:nvPr/>
        </p:nvCxnSpPr>
        <p:spPr>
          <a:xfrm>
            <a:off x="5850340" y="5147718"/>
            <a:ext cx="2813896" cy="0"/>
          </a:xfrm>
          <a:prstGeom prst="line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9497DBB-695F-D29E-8B94-78394FB45F58}"/>
              </a:ext>
            </a:extLst>
          </p:cNvPr>
          <p:cNvCxnSpPr>
            <a:cxnSpLocks/>
            <a:stCxn id="369" idx="3"/>
            <a:endCxn id="518" idx="1"/>
          </p:cNvCxnSpPr>
          <p:nvPr/>
        </p:nvCxnSpPr>
        <p:spPr>
          <a:xfrm flipV="1">
            <a:off x="5850340" y="3771553"/>
            <a:ext cx="2813896" cy="995"/>
          </a:xfrm>
          <a:prstGeom prst="line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28C6881-0B3D-4A71-5DC9-625FA0E3181D}"/>
              </a:ext>
            </a:extLst>
          </p:cNvPr>
          <p:cNvCxnSpPr>
            <a:cxnSpLocks/>
            <a:stCxn id="392" idx="3"/>
            <a:endCxn id="496" idx="1"/>
          </p:cNvCxnSpPr>
          <p:nvPr/>
        </p:nvCxnSpPr>
        <p:spPr>
          <a:xfrm flipV="1">
            <a:off x="5850340" y="2395387"/>
            <a:ext cx="2813896" cy="1990"/>
          </a:xfrm>
          <a:prstGeom prst="line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EB25FD1-01B9-CD22-E01C-A45284C1CEDE}"/>
              </a:ext>
            </a:extLst>
          </p:cNvPr>
          <p:cNvCxnSpPr>
            <a:cxnSpLocks/>
            <a:stCxn id="438" idx="3"/>
            <a:endCxn id="494" idx="1"/>
          </p:cNvCxnSpPr>
          <p:nvPr/>
        </p:nvCxnSpPr>
        <p:spPr>
          <a:xfrm>
            <a:off x="5850340" y="1022206"/>
            <a:ext cx="2834782" cy="7483"/>
          </a:xfrm>
          <a:prstGeom prst="line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Left Brace 74">
            <a:extLst>
              <a:ext uri="{FF2B5EF4-FFF2-40B4-BE49-F238E27FC236}">
                <a16:creationId xmlns:a16="http://schemas.microsoft.com/office/drawing/2014/main" id="{9CC68575-7083-BB51-C431-EA172CD734A7}"/>
              </a:ext>
            </a:extLst>
          </p:cNvPr>
          <p:cNvSpPr/>
          <p:nvPr/>
        </p:nvSpPr>
        <p:spPr>
          <a:xfrm>
            <a:off x="5123552" y="5862154"/>
            <a:ext cx="121240" cy="508818"/>
          </a:xfrm>
          <a:prstGeom prst="leftBrac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Left Brace 75">
            <a:extLst>
              <a:ext uri="{FF2B5EF4-FFF2-40B4-BE49-F238E27FC236}">
                <a16:creationId xmlns:a16="http://schemas.microsoft.com/office/drawing/2014/main" id="{E17A1535-FC7A-924B-797E-12F22BD20399}"/>
              </a:ext>
            </a:extLst>
          </p:cNvPr>
          <p:cNvSpPr/>
          <p:nvPr/>
        </p:nvSpPr>
        <p:spPr>
          <a:xfrm rot="16200000">
            <a:off x="5581299" y="6157946"/>
            <a:ext cx="121240" cy="668318"/>
          </a:xfrm>
          <a:prstGeom prst="leftBrac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747DA1A-8F1B-D52A-702F-96CCA946F379}"/>
              </a:ext>
            </a:extLst>
          </p:cNvPr>
          <p:cNvSpPr txBox="1"/>
          <p:nvPr/>
        </p:nvSpPr>
        <p:spPr>
          <a:xfrm>
            <a:off x="5513846" y="6566110"/>
            <a:ext cx="2503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57CFE72-F343-8A97-D756-6C76B71F8A14}"/>
              </a:ext>
            </a:extLst>
          </p:cNvPr>
          <p:cNvSpPr txBox="1"/>
          <p:nvPr/>
        </p:nvSpPr>
        <p:spPr>
          <a:xfrm>
            <a:off x="4906156" y="5987979"/>
            <a:ext cx="2712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>
                <a:solidFill>
                  <a:srgbClr val="7030A0"/>
                </a:solidFill>
              </a:rPr>
              <a:t>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344751E-4769-5AB8-4749-1D0E3DFCC57D}"/>
              </a:ext>
            </a:extLst>
          </p:cNvPr>
          <p:cNvSpPr txBox="1"/>
          <p:nvPr/>
        </p:nvSpPr>
        <p:spPr>
          <a:xfrm>
            <a:off x="5380797" y="428541"/>
            <a:ext cx="51648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>
                <a:solidFill>
                  <a:srgbClr val="FF0000"/>
                </a:solidFill>
              </a:rPr>
              <a:t>Prefill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223C0D31-BA3A-CE8D-E29F-0966B28A3450}"/>
              </a:ext>
            </a:extLst>
          </p:cNvPr>
          <p:cNvSpPr/>
          <p:nvPr/>
        </p:nvSpPr>
        <p:spPr>
          <a:xfrm>
            <a:off x="5254398" y="698692"/>
            <a:ext cx="815780" cy="4747158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EC13033-093E-77EE-6B32-69B2A0B98833}"/>
              </a:ext>
            </a:extLst>
          </p:cNvPr>
          <p:cNvSpPr txBox="1"/>
          <p:nvPr/>
        </p:nvSpPr>
        <p:spPr>
          <a:xfrm>
            <a:off x="8563742" y="441203"/>
            <a:ext cx="6014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>
                <a:solidFill>
                  <a:srgbClr val="0070C0"/>
                </a:solidFill>
              </a:rPr>
              <a:t>Decode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BC657014-B0AC-6DC6-69F9-5B809FEE6DE4}"/>
              </a:ext>
            </a:extLst>
          </p:cNvPr>
          <p:cNvSpPr/>
          <p:nvPr/>
        </p:nvSpPr>
        <p:spPr>
          <a:xfrm>
            <a:off x="8468754" y="697503"/>
            <a:ext cx="791424" cy="4750798"/>
          </a:xfrm>
          <a:prstGeom prst="round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3" name="Group 572">
            <a:extLst>
              <a:ext uri="{FF2B5EF4-FFF2-40B4-BE49-F238E27FC236}">
                <a16:creationId xmlns:a16="http://schemas.microsoft.com/office/drawing/2014/main" id="{2B7FC9D7-CB8E-C14B-8BB8-CED57BF5C9FF}"/>
              </a:ext>
            </a:extLst>
          </p:cNvPr>
          <p:cNvGrpSpPr/>
          <p:nvPr/>
        </p:nvGrpSpPr>
        <p:grpSpPr>
          <a:xfrm>
            <a:off x="5307760" y="5881263"/>
            <a:ext cx="674086" cy="468007"/>
            <a:chOff x="4087665" y="2094838"/>
            <a:chExt cx="674086" cy="468007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5BC678A-294E-17A1-8BEF-AA30AAA4173F}"/>
                </a:ext>
              </a:extLst>
            </p:cNvPr>
            <p:cNvSpPr/>
            <p:nvPr/>
          </p:nvSpPr>
          <p:spPr>
            <a:xfrm>
              <a:off x="4087665" y="2094838"/>
              <a:ext cx="77178" cy="7717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D9B9994A-D7E6-B37B-16D5-855DE3723ED1}"/>
                </a:ext>
              </a:extLst>
            </p:cNvPr>
            <p:cNvSpPr/>
            <p:nvPr/>
          </p:nvSpPr>
          <p:spPr>
            <a:xfrm>
              <a:off x="4087665" y="2248622"/>
              <a:ext cx="77178" cy="7717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EAADD97-A4F3-4234-2AE9-5F15DCEB7F3B}"/>
                </a:ext>
              </a:extLst>
            </p:cNvPr>
            <p:cNvSpPr/>
            <p:nvPr/>
          </p:nvSpPr>
          <p:spPr>
            <a:xfrm>
              <a:off x="4087665" y="2485667"/>
              <a:ext cx="77178" cy="7717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3AC9F77-7F3F-3DF6-C5F2-7370B2B65B94}"/>
                </a:ext>
              </a:extLst>
            </p:cNvPr>
            <p:cNvSpPr/>
            <p:nvPr/>
          </p:nvSpPr>
          <p:spPr>
            <a:xfrm>
              <a:off x="4264929" y="2094838"/>
              <a:ext cx="77178" cy="7717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1818C65-36DE-1954-9A55-EEBC25B79769}"/>
                </a:ext>
              </a:extLst>
            </p:cNvPr>
            <p:cNvSpPr/>
            <p:nvPr/>
          </p:nvSpPr>
          <p:spPr>
            <a:xfrm>
              <a:off x="4264929" y="2248622"/>
              <a:ext cx="77178" cy="7717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AFC3FCD0-5257-BBA6-D599-A664D64D10A4}"/>
                </a:ext>
              </a:extLst>
            </p:cNvPr>
            <p:cNvSpPr/>
            <p:nvPr/>
          </p:nvSpPr>
          <p:spPr>
            <a:xfrm>
              <a:off x="4264929" y="2485667"/>
              <a:ext cx="77178" cy="7717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8C038CD6-C041-F5E0-D1E5-40A3D7FA59BE}"/>
                </a:ext>
              </a:extLst>
            </p:cNvPr>
            <p:cNvSpPr/>
            <p:nvPr/>
          </p:nvSpPr>
          <p:spPr>
            <a:xfrm>
              <a:off x="4442193" y="2094838"/>
              <a:ext cx="77178" cy="7717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40AB1750-8BE2-D93F-E423-EBC57DFE7D32}"/>
                </a:ext>
              </a:extLst>
            </p:cNvPr>
            <p:cNvSpPr/>
            <p:nvPr/>
          </p:nvSpPr>
          <p:spPr>
            <a:xfrm>
              <a:off x="4442193" y="2248622"/>
              <a:ext cx="77178" cy="7717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009AD22C-9202-E5F8-5E5C-0DDACA106241}"/>
                </a:ext>
              </a:extLst>
            </p:cNvPr>
            <p:cNvSpPr/>
            <p:nvPr/>
          </p:nvSpPr>
          <p:spPr>
            <a:xfrm>
              <a:off x="4442193" y="2485667"/>
              <a:ext cx="77178" cy="7717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7D1835EA-044A-44F3-D800-E12F5E0A927C}"/>
                </a:ext>
              </a:extLst>
            </p:cNvPr>
            <p:cNvSpPr/>
            <p:nvPr/>
          </p:nvSpPr>
          <p:spPr>
            <a:xfrm>
              <a:off x="4684573" y="2094838"/>
              <a:ext cx="77178" cy="7717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5448E68-7952-A251-6DB5-960A9927BAFD}"/>
                </a:ext>
              </a:extLst>
            </p:cNvPr>
            <p:cNvSpPr/>
            <p:nvPr/>
          </p:nvSpPr>
          <p:spPr>
            <a:xfrm>
              <a:off x="4684573" y="2248622"/>
              <a:ext cx="77178" cy="7717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39B41E6-0B29-D98D-2CD4-A160471BBE9D}"/>
                </a:ext>
              </a:extLst>
            </p:cNvPr>
            <p:cNvSpPr/>
            <p:nvPr/>
          </p:nvSpPr>
          <p:spPr>
            <a:xfrm>
              <a:off x="4684573" y="2485667"/>
              <a:ext cx="77178" cy="7717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5713332B-3AA3-0D8A-C41C-4EBC98580A7C}"/>
                </a:ext>
              </a:extLst>
            </p:cNvPr>
            <p:cNvCxnSpPr>
              <a:cxnSpLocks/>
            </p:cNvCxnSpPr>
            <p:nvPr/>
          </p:nvCxnSpPr>
          <p:spPr>
            <a:xfrm>
              <a:off x="4564626" y="2132207"/>
              <a:ext cx="74692" cy="0"/>
            </a:xfrm>
            <a:prstGeom prst="line">
              <a:avLst/>
            </a:prstGeom>
            <a:ln w="3175"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EA4D24A3-8442-B97D-069B-F86707484653}"/>
                </a:ext>
              </a:extLst>
            </p:cNvPr>
            <p:cNvSpPr/>
            <p:nvPr/>
          </p:nvSpPr>
          <p:spPr>
            <a:xfrm>
              <a:off x="4564626" y="2101974"/>
              <a:ext cx="74692" cy="771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ECC10E47-5142-68B9-4749-9D3158490E1B}"/>
                </a:ext>
              </a:extLst>
            </p:cNvPr>
            <p:cNvSpPr/>
            <p:nvPr/>
          </p:nvSpPr>
          <p:spPr>
            <a:xfrm>
              <a:off x="4564626" y="2251949"/>
              <a:ext cx="74692" cy="771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4C5F276F-FFCF-2B6E-8CAF-FAFE23189E25}"/>
                </a:ext>
              </a:extLst>
            </p:cNvPr>
            <p:cNvCxnSpPr>
              <a:stCxn id="101" idx="1"/>
              <a:endCxn id="101" idx="3"/>
            </p:cNvCxnSpPr>
            <p:nvPr/>
          </p:nvCxnSpPr>
          <p:spPr>
            <a:xfrm>
              <a:off x="4564626" y="2290538"/>
              <a:ext cx="74692" cy="0"/>
            </a:xfrm>
            <a:prstGeom prst="line">
              <a:avLst/>
            </a:prstGeom>
            <a:ln w="3175"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8F479140-766F-6D87-8FEA-93D6AF3B2D85}"/>
                </a:ext>
              </a:extLst>
            </p:cNvPr>
            <p:cNvSpPr/>
            <p:nvPr/>
          </p:nvSpPr>
          <p:spPr>
            <a:xfrm>
              <a:off x="4564626" y="2483676"/>
              <a:ext cx="74692" cy="771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202074D-0233-52FB-8222-9062A084389D}"/>
                </a:ext>
              </a:extLst>
            </p:cNvPr>
            <p:cNvCxnSpPr>
              <a:stCxn id="103" idx="1"/>
              <a:endCxn id="103" idx="3"/>
            </p:cNvCxnSpPr>
            <p:nvPr/>
          </p:nvCxnSpPr>
          <p:spPr>
            <a:xfrm>
              <a:off x="4564626" y="2522265"/>
              <a:ext cx="74692" cy="0"/>
            </a:xfrm>
            <a:prstGeom prst="line">
              <a:avLst/>
            </a:prstGeom>
            <a:ln w="3175"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9152F76-AB2C-B49B-2FAE-2EF485A39110}"/>
                </a:ext>
              </a:extLst>
            </p:cNvPr>
            <p:cNvSpPr/>
            <p:nvPr/>
          </p:nvSpPr>
          <p:spPr>
            <a:xfrm rot="5400000">
              <a:off x="4088908" y="2369949"/>
              <a:ext cx="74692" cy="771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200AC6E3-6270-2CEA-FB81-C741BCBEE50B}"/>
                </a:ext>
              </a:extLst>
            </p:cNvPr>
            <p:cNvCxnSpPr>
              <a:cxnSpLocks/>
              <a:stCxn id="105" idx="1"/>
              <a:endCxn id="105" idx="3"/>
            </p:cNvCxnSpPr>
            <p:nvPr/>
          </p:nvCxnSpPr>
          <p:spPr>
            <a:xfrm rot="5400000">
              <a:off x="4088908" y="2408538"/>
              <a:ext cx="74692" cy="0"/>
            </a:xfrm>
            <a:prstGeom prst="line">
              <a:avLst/>
            </a:prstGeom>
            <a:ln w="3175"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AE1796E-30FD-EEA0-D5AE-72278B9B17CC}"/>
                </a:ext>
              </a:extLst>
            </p:cNvPr>
            <p:cNvSpPr/>
            <p:nvPr/>
          </p:nvSpPr>
          <p:spPr>
            <a:xfrm rot="5400000">
              <a:off x="4269327" y="2369949"/>
              <a:ext cx="74692" cy="771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664630B3-AEB5-BA55-1963-0CDDA03BAF6E}"/>
                </a:ext>
              </a:extLst>
            </p:cNvPr>
            <p:cNvCxnSpPr>
              <a:cxnSpLocks/>
              <a:stCxn id="109" idx="1"/>
              <a:endCxn id="109" idx="3"/>
            </p:cNvCxnSpPr>
            <p:nvPr/>
          </p:nvCxnSpPr>
          <p:spPr>
            <a:xfrm rot="5400000">
              <a:off x="4269327" y="2408538"/>
              <a:ext cx="74692" cy="0"/>
            </a:xfrm>
            <a:prstGeom prst="line">
              <a:avLst/>
            </a:prstGeom>
            <a:ln w="3175"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F4CA5EF-91B7-7EE6-B093-57DC561E2734}"/>
                </a:ext>
              </a:extLst>
            </p:cNvPr>
            <p:cNvSpPr/>
            <p:nvPr/>
          </p:nvSpPr>
          <p:spPr>
            <a:xfrm rot="5400000">
              <a:off x="4443436" y="2373571"/>
              <a:ext cx="74692" cy="771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902869E5-534A-55B6-25D1-15E2007541C1}"/>
                </a:ext>
              </a:extLst>
            </p:cNvPr>
            <p:cNvCxnSpPr>
              <a:cxnSpLocks/>
              <a:stCxn id="111" idx="1"/>
              <a:endCxn id="111" idx="3"/>
            </p:cNvCxnSpPr>
            <p:nvPr/>
          </p:nvCxnSpPr>
          <p:spPr>
            <a:xfrm rot="5400000">
              <a:off x="4443436" y="2412160"/>
              <a:ext cx="74692" cy="0"/>
            </a:xfrm>
            <a:prstGeom prst="line">
              <a:avLst/>
            </a:prstGeom>
            <a:ln w="3175"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6445F57E-93A0-A826-5CCF-B828E812F4A2}"/>
                </a:ext>
              </a:extLst>
            </p:cNvPr>
            <p:cNvSpPr/>
            <p:nvPr/>
          </p:nvSpPr>
          <p:spPr>
            <a:xfrm rot="5400000">
              <a:off x="4680048" y="2372213"/>
              <a:ext cx="74692" cy="771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45170EAA-221F-FCF0-E691-1491B7A356C3}"/>
                </a:ext>
              </a:extLst>
            </p:cNvPr>
            <p:cNvCxnSpPr>
              <a:cxnSpLocks/>
              <a:stCxn id="113" idx="1"/>
              <a:endCxn id="113" idx="3"/>
            </p:cNvCxnSpPr>
            <p:nvPr/>
          </p:nvCxnSpPr>
          <p:spPr>
            <a:xfrm rot="5400000">
              <a:off x="4680048" y="2410802"/>
              <a:ext cx="74692" cy="0"/>
            </a:xfrm>
            <a:prstGeom prst="line">
              <a:avLst/>
            </a:prstGeom>
            <a:ln w="3175"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B0A337F4-0C09-4F46-31DC-E0A42CEFE265}"/>
                  </a:ext>
                </a:extLst>
              </p:cNvPr>
              <p:cNvSpPr txBox="1"/>
              <p:nvPr/>
            </p:nvSpPr>
            <p:spPr>
              <a:xfrm>
                <a:off x="147599" y="2141217"/>
                <a:ext cx="3158300" cy="574516"/>
              </a:xfrm>
              <a:prstGeom prst="rect">
                <a:avLst/>
              </a:prstGeom>
              <a:solidFill>
                <a:schemeClr val="tx1">
                  <a:alpha val="8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i="1">
                                        <a:latin typeface="Cambria Math" panose="02040503050406030204" pitchFamily="18" charset="0"/>
                                      </a:rPr>
                                      <m:t>𝐾𝑉</m:t>
                                    </m:r>
                                  </m:e>
                                  <m:sub>
                                    <m:r>
                                      <a:rPr lang="en-US" sz="800" i="1">
                                        <a:latin typeface="Cambria Math" panose="02040503050406030204" pitchFamily="18" charset="0"/>
                                      </a:rPr>
                                      <m:t>𝐺𝑄𝐴</m:t>
                                    </m:r>
                                  </m:sub>
                                </m:sSub>
                                <m:r>
                                  <a:rPr lang="en-US" sz="8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2×</m:t>
                                </m:r>
                                <m:r>
                                  <a:rPr lang="en-US" sz="8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8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sz="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𝑚𝑜𝑑𝑒𝑙</m:t>
                                    </m:r>
                                  </m:sub>
                                </m:sSub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US" sz="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US" sz="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𝑘𝑣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US" sz="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e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𝑓𝑜𝑟</m:t>
                                </m:r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𝐺𝑄𝐴</m:t>
                                </m:r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𝑚𝑜𝑑𝑒𝑙𝑠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i="1">
                                        <a:latin typeface="Cambria Math" panose="02040503050406030204" pitchFamily="18" charset="0"/>
                                      </a:rPr>
                                      <m:t>𝐾𝑉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𝑀𝐻𝐴</m:t>
                                    </m:r>
                                  </m:sub>
                                </m:sSub>
                                <m:r>
                                  <a:rPr lang="en-US" sz="8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2×</m:t>
                                </m:r>
                                <m:r>
                                  <a:rPr lang="en-US" sz="8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8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sz="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𝑚𝑜𝑑𝑒𝑙</m:t>
                                    </m:r>
                                  </m:sub>
                                </m:sSub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e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𝑓𝑜𝑟</m:t>
                                </m:r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𝑀𝐻𝐴</m:t>
                                </m:r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𝑚𝑜𝑑𝑒𝑙𝑠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i="1">
                                        <a:latin typeface="Cambria Math" panose="02040503050406030204" pitchFamily="18" charset="0"/>
                                      </a:rPr>
                                      <m:t>𝐾𝑉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𝑀𝐿𝐴</m:t>
                                    </m:r>
                                  </m:sub>
                                </m:sSub>
                                <m:r>
                                  <a:rPr lang="en-US" sz="8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8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8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sz="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𝑘𝑣</m:t>
                                    </m:r>
                                  </m:sub>
                                </m:sSub>
                                <m:r>
                                  <a:rPr lang="en-US" sz="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sz="8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𝑙𝑒𝑡𝑒𝑛𝑡</m:t>
                                    </m:r>
                                  </m:sub>
                                </m:sSub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×2×</m:t>
                                </m:r>
                                <m:r>
                                  <a:rPr lang="en-US" sz="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e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𝑓𝑜𝑟</m:t>
                                </m:r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𝑀𝐿𝐴</m:t>
                                </m:r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𝑚𝑜𝑑𝑒𝑙𝑠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B0A337F4-0C09-4F46-31DC-E0A42CEFE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99" y="2141217"/>
                <a:ext cx="3158300" cy="5745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3" name="Group 342">
            <a:extLst>
              <a:ext uri="{FF2B5EF4-FFF2-40B4-BE49-F238E27FC236}">
                <a16:creationId xmlns:a16="http://schemas.microsoft.com/office/drawing/2014/main" id="{784E5002-A66F-6DD4-C500-028338C62B61}"/>
              </a:ext>
            </a:extLst>
          </p:cNvPr>
          <p:cNvGrpSpPr>
            <a:grpSpLocks noChangeAspect="1"/>
          </p:cNvGrpSpPr>
          <p:nvPr/>
        </p:nvGrpSpPr>
        <p:grpSpPr>
          <a:xfrm>
            <a:off x="5438878" y="4972337"/>
            <a:ext cx="411851" cy="351150"/>
            <a:chOff x="3251348" y="1795096"/>
            <a:chExt cx="3827633" cy="3263516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B6871D6C-B62F-7E7B-222D-806B1B51B598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45" name="Group 344">
              <a:extLst>
                <a:ext uri="{FF2B5EF4-FFF2-40B4-BE49-F238E27FC236}">
                  <a16:creationId xmlns:a16="http://schemas.microsoft.com/office/drawing/2014/main" id="{0E7D55B8-9A77-4CD0-1BF7-856946F7C8E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41D21B82-3E59-6A26-B1DB-CB98A0524831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A914FE1F-A071-2452-A30E-D03654F865C6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348" name="Rectangle: Rounded Corners 347">
                <a:extLst>
                  <a:ext uri="{FF2B5EF4-FFF2-40B4-BE49-F238E27FC236}">
                    <a16:creationId xmlns:a16="http://schemas.microsoft.com/office/drawing/2014/main" id="{F7873038-4663-7C7F-ABB5-31668630DADF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9" name="Rectangle: Rounded Corners 348">
                <a:extLst>
                  <a:ext uri="{FF2B5EF4-FFF2-40B4-BE49-F238E27FC236}">
                    <a16:creationId xmlns:a16="http://schemas.microsoft.com/office/drawing/2014/main" id="{4C1B321B-6457-02F6-31C6-BFEBDCF28937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0" name="Rectangle: Rounded Corners 349">
                <a:extLst>
                  <a:ext uri="{FF2B5EF4-FFF2-40B4-BE49-F238E27FC236}">
                    <a16:creationId xmlns:a16="http://schemas.microsoft.com/office/drawing/2014/main" id="{28EC414B-0017-C514-62DD-631541E1A0E3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1" name="Rectangle: Rounded Corners 350">
                <a:extLst>
                  <a:ext uri="{FF2B5EF4-FFF2-40B4-BE49-F238E27FC236}">
                    <a16:creationId xmlns:a16="http://schemas.microsoft.com/office/drawing/2014/main" id="{261D0522-C15C-2FA3-954A-A8EAF24D8A1E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2" name="Rectangle: Rounded Corners 351">
                <a:extLst>
                  <a:ext uri="{FF2B5EF4-FFF2-40B4-BE49-F238E27FC236}">
                    <a16:creationId xmlns:a16="http://schemas.microsoft.com/office/drawing/2014/main" id="{E75573CD-B2EC-C7CF-5467-FB3DC89582FA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3" name="Rectangle: Rounded Corners 352">
                <a:extLst>
                  <a:ext uri="{FF2B5EF4-FFF2-40B4-BE49-F238E27FC236}">
                    <a16:creationId xmlns:a16="http://schemas.microsoft.com/office/drawing/2014/main" id="{DAAF4432-A5FC-60B4-200F-BA154825C73C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4" name="Rectangle: Rounded Corners 353">
                <a:extLst>
                  <a:ext uri="{FF2B5EF4-FFF2-40B4-BE49-F238E27FC236}">
                    <a16:creationId xmlns:a16="http://schemas.microsoft.com/office/drawing/2014/main" id="{CE465F3C-FB2A-B938-8918-3DDC1B4F1A8A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5" name="Rectangle: Rounded Corners 354">
                <a:extLst>
                  <a:ext uri="{FF2B5EF4-FFF2-40B4-BE49-F238E27FC236}">
                    <a16:creationId xmlns:a16="http://schemas.microsoft.com/office/drawing/2014/main" id="{9FF8BE61-C343-67E3-F941-D5639F43CE61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56" name="Group 355">
                <a:extLst>
                  <a:ext uri="{FF2B5EF4-FFF2-40B4-BE49-F238E27FC236}">
                    <a16:creationId xmlns:a16="http://schemas.microsoft.com/office/drawing/2014/main" id="{52CA4AAC-060D-7C8E-EE85-25B7EE2D61AA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362" name="Rectangle: Rounded Corners 361">
                  <a:extLst>
                    <a:ext uri="{FF2B5EF4-FFF2-40B4-BE49-F238E27FC236}">
                      <a16:creationId xmlns:a16="http://schemas.microsoft.com/office/drawing/2014/main" id="{0163681C-6A2A-D5D0-CEFD-D20CB7CCC7A0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3" name="Rectangle: Rounded Corners 362">
                  <a:extLst>
                    <a:ext uri="{FF2B5EF4-FFF2-40B4-BE49-F238E27FC236}">
                      <a16:creationId xmlns:a16="http://schemas.microsoft.com/office/drawing/2014/main" id="{B583A44F-45C9-0409-8D51-14DACA389FFF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4" name="Rectangle: Rounded Corners 363">
                  <a:extLst>
                    <a:ext uri="{FF2B5EF4-FFF2-40B4-BE49-F238E27FC236}">
                      <a16:creationId xmlns:a16="http://schemas.microsoft.com/office/drawing/2014/main" id="{CAFEC376-22D5-8DF3-38F1-7AF34C7A8242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5" name="Rectangle: Rounded Corners 364">
                  <a:extLst>
                    <a:ext uri="{FF2B5EF4-FFF2-40B4-BE49-F238E27FC236}">
                      <a16:creationId xmlns:a16="http://schemas.microsoft.com/office/drawing/2014/main" id="{C70876D4-3026-8155-F6C8-4CFB64E2F92D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57" name="Group 356">
                <a:extLst>
                  <a:ext uri="{FF2B5EF4-FFF2-40B4-BE49-F238E27FC236}">
                    <a16:creationId xmlns:a16="http://schemas.microsoft.com/office/drawing/2014/main" id="{C58F606D-DDAD-42A7-83C1-A9459FFE260E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358" name="Rectangle: Rounded Corners 357">
                  <a:extLst>
                    <a:ext uri="{FF2B5EF4-FFF2-40B4-BE49-F238E27FC236}">
                      <a16:creationId xmlns:a16="http://schemas.microsoft.com/office/drawing/2014/main" id="{1FAB318A-36C6-A9A9-7318-4DAA97366B14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9" name="Rectangle: Rounded Corners 358">
                  <a:extLst>
                    <a:ext uri="{FF2B5EF4-FFF2-40B4-BE49-F238E27FC236}">
                      <a16:creationId xmlns:a16="http://schemas.microsoft.com/office/drawing/2014/main" id="{2E8D12F3-B618-7018-10C9-290E03211F86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0" name="Rectangle: Rounded Corners 359">
                  <a:extLst>
                    <a:ext uri="{FF2B5EF4-FFF2-40B4-BE49-F238E27FC236}">
                      <a16:creationId xmlns:a16="http://schemas.microsoft.com/office/drawing/2014/main" id="{303A2F9A-C855-AF51-AD08-E4316044FA46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1" name="Rectangle: Rounded Corners 360">
                  <a:extLst>
                    <a:ext uri="{FF2B5EF4-FFF2-40B4-BE49-F238E27FC236}">
                      <a16:creationId xmlns:a16="http://schemas.microsoft.com/office/drawing/2014/main" id="{167AE7CB-A8DE-9257-75A5-284D2DBF100A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24578B9A-5A4B-3F33-14D8-2228E63D3837}"/>
              </a:ext>
            </a:extLst>
          </p:cNvPr>
          <p:cNvGrpSpPr>
            <a:grpSpLocks noChangeAspect="1"/>
          </p:cNvGrpSpPr>
          <p:nvPr/>
        </p:nvGrpSpPr>
        <p:grpSpPr>
          <a:xfrm>
            <a:off x="5438878" y="3597167"/>
            <a:ext cx="411851" cy="351150"/>
            <a:chOff x="3251348" y="1795096"/>
            <a:chExt cx="3827633" cy="3263516"/>
          </a:xfrm>
        </p:grpSpPr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40591556-029A-79EA-A55B-35C3F691F67D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70" name="Group 369">
              <a:extLst>
                <a:ext uri="{FF2B5EF4-FFF2-40B4-BE49-F238E27FC236}">
                  <a16:creationId xmlns:a16="http://schemas.microsoft.com/office/drawing/2014/main" id="{3AB18064-14B4-7D73-543A-8E6A3B69D03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0AE032A4-8BB0-4A92-0EA0-2EDFE15F139E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5338E43B-43C9-D944-5D11-1355D7C85497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373" name="Rectangle: Rounded Corners 372">
                <a:extLst>
                  <a:ext uri="{FF2B5EF4-FFF2-40B4-BE49-F238E27FC236}">
                    <a16:creationId xmlns:a16="http://schemas.microsoft.com/office/drawing/2014/main" id="{CD30CCF3-3A53-4E0F-6762-1D3EE0803D47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4" name="Rectangle: Rounded Corners 373">
                <a:extLst>
                  <a:ext uri="{FF2B5EF4-FFF2-40B4-BE49-F238E27FC236}">
                    <a16:creationId xmlns:a16="http://schemas.microsoft.com/office/drawing/2014/main" id="{B934AF77-FC73-0252-F512-6440BFDA5ED9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5" name="Rectangle: Rounded Corners 374">
                <a:extLst>
                  <a:ext uri="{FF2B5EF4-FFF2-40B4-BE49-F238E27FC236}">
                    <a16:creationId xmlns:a16="http://schemas.microsoft.com/office/drawing/2014/main" id="{DF6216AC-73B7-9D34-B398-02B37CB6092E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6" name="Rectangle: Rounded Corners 375">
                <a:extLst>
                  <a:ext uri="{FF2B5EF4-FFF2-40B4-BE49-F238E27FC236}">
                    <a16:creationId xmlns:a16="http://schemas.microsoft.com/office/drawing/2014/main" id="{7FF325F1-3872-8A23-AAA7-F5AC6528B3DA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7" name="Rectangle: Rounded Corners 376">
                <a:extLst>
                  <a:ext uri="{FF2B5EF4-FFF2-40B4-BE49-F238E27FC236}">
                    <a16:creationId xmlns:a16="http://schemas.microsoft.com/office/drawing/2014/main" id="{79C5F756-8A5A-7DB9-DF33-3F7790093C1B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8" name="Rectangle: Rounded Corners 377">
                <a:extLst>
                  <a:ext uri="{FF2B5EF4-FFF2-40B4-BE49-F238E27FC236}">
                    <a16:creationId xmlns:a16="http://schemas.microsoft.com/office/drawing/2014/main" id="{9F0B3098-5FA2-0E03-BD49-C3BB827808A2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9" name="Rectangle: Rounded Corners 378">
                <a:extLst>
                  <a:ext uri="{FF2B5EF4-FFF2-40B4-BE49-F238E27FC236}">
                    <a16:creationId xmlns:a16="http://schemas.microsoft.com/office/drawing/2014/main" id="{C6FD0171-46C5-7711-63BD-4905C578EBD1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0" name="Rectangle: Rounded Corners 379">
                <a:extLst>
                  <a:ext uri="{FF2B5EF4-FFF2-40B4-BE49-F238E27FC236}">
                    <a16:creationId xmlns:a16="http://schemas.microsoft.com/office/drawing/2014/main" id="{3BEE319B-CDC4-E12B-49FD-7E351ADE2907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81" name="Group 380">
                <a:extLst>
                  <a:ext uri="{FF2B5EF4-FFF2-40B4-BE49-F238E27FC236}">
                    <a16:creationId xmlns:a16="http://schemas.microsoft.com/office/drawing/2014/main" id="{EBE11B01-D3D5-8BC9-97E5-A57248A88679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387" name="Rectangle: Rounded Corners 386">
                  <a:extLst>
                    <a:ext uri="{FF2B5EF4-FFF2-40B4-BE49-F238E27FC236}">
                      <a16:creationId xmlns:a16="http://schemas.microsoft.com/office/drawing/2014/main" id="{7E3DBCA5-9EDD-7BA2-82BC-B7261C7E5E7A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8" name="Rectangle: Rounded Corners 387">
                  <a:extLst>
                    <a:ext uri="{FF2B5EF4-FFF2-40B4-BE49-F238E27FC236}">
                      <a16:creationId xmlns:a16="http://schemas.microsoft.com/office/drawing/2014/main" id="{D39CB7E9-FD0D-4F41-1D24-C9AD55C63C57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9" name="Rectangle: Rounded Corners 388">
                  <a:extLst>
                    <a:ext uri="{FF2B5EF4-FFF2-40B4-BE49-F238E27FC236}">
                      <a16:creationId xmlns:a16="http://schemas.microsoft.com/office/drawing/2014/main" id="{C8121F9A-65F5-E175-8E5D-014822A05ED3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0" name="Rectangle: Rounded Corners 389">
                  <a:extLst>
                    <a:ext uri="{FF2B5EF4-FFF2-40B4-BE49-F238E27FC236}">
                      <a16:creationId xmlns:a16="http://schemas.microsoft.com/office/drawing/2014/main" id="{7CBB97D3-1D30-37C4-C6CF-AD337DDEC51E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82" name="Group 381">
                <a:extLst>
                  <a:ext uri="{FF2B5EF4-FFF2-40B4-BE49-F238E27FC236}">
                    <a16:creationId xmlns:a16="http://schemas.microsoft.com/office/drawing/2014/main" id="{24D8AD09-55A7-6A1F-948A-A021E1663E78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383" name="Rectangle: Rounded Corners 382">
                  <a:extLst>
                    <a:ext uri="{FF2B5EF4-FFF2-40B4-BE49-F238E27FC236}">
                      <a16:creationId xmlns:a16="http://schemas.microsoft.com/office/drawing/2014/main" id="{7E9894A4-9E0A-0370-932C-64681B11C4B9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4" name="Rectangle: Rounded Corners 383">
                  <a:extLst>
                    <a:ext uri="{FF2B5EF4-FFF2-40B4-BE49-F238E27FC236}">
                      <a16:creationId xmlns:a16="http://schemas.microsoft.com/office/drawing/2014/main" id="{C027D76A-AA62-3A8D-7BA0-FF0CEC09A7FD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5" name="Rectangle: Rounded Corners 384">
                  <a:extLst>
                    <a:ext uri="{FF2B5EF4-FFF2-40B4-BE49-F238E27FC236}">
                      <a16:creationId xmlns:a16="http://schemas.microsoft.com/office/drawing/2014/main" id="{DF42B5BE-0221-79AF-16D4-B920A238C137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6" name="Rectangle: Rounded Corners 385">
                  <a:extLst>
                    <a:ext uri="{FF2B5EF4-FFF2-40B4-BE49-F238E27FC236}">
                      <a16:creationId xmlns:a16="http://schemas.microsoft.com/office/drawing/2014/main" id="{82DE43C4-C509-9645-ADA9-7A68C7E57293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2AD2E605-96AB-80E9-875D-5DEBEB5DB06F}"/>
              </a:ext>
            </a:extLst>
          </p:cNvPr>
          <p:cNvGrpSpPr>
            <a:grpSpLocks noChangeAspect="1"/>
          </p:cNvGrpSpPr>
          <p:nvPr/>
        </p:nvGrpSpPr>
        <p:grpSpPr>
          <a:xfrm>
            <a:off x="5438878" y="2221996"/>
            <a:ext cx="411851" cy="351150"/>
            <a:chOff x="3251348" y="1795096"/>
            <a:chExt cx="3827633" cy="3263516"/>
          </a:xfrm>
        </p:grpSpPr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EF61BFE9-1AEE-3A07-91B0-C70772971800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3" name="Group 392">
              <a:extLst>
                <a:ext uri="{FF2B5EF4-FFF2-40B4-BE49-F238E27FC236}">
                  <a16:creationId xmlns:a16="http://schemas.microsoft.com/office/drawing/2014/main" id="{E46FE538-6D58-6F12-5BEA-D0D3CA6266D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132EC19A-5783-CD81-0122-C79B0F42BDD2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33430580-7AF9-8F56-2144-4B7F7D85DCD6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396" name="Rectangle: Rounded Corners 395">
                <a:extLst>
                  <a:ext uri="{FF2B5EF4-FFF2-40B4-BE49-F238E27FC236}">
                    <a16:creationId xmlns:a16="http://schemas.microsoft.com/office/drawing/2014/main" id="{9CBAFC19-DAA6-3F3F-3D4F-B6F350F1D06C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7" name="Rectangle: Rounded Corners 396">
                <a:extLst>
                  <a:ext uri="{FF2B5EF4-FFF2-40B4-BE49-F238E27FC236}">
                    <a16:creationId xmlns:a16="http://schemas.microsoft.com/office/drawing/2014/main" id="{34A85435-06F5-E9F9-29F6-6F9A0634C68C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8" name="Rectangle: Rounded Corners 397">
                <a:extLst>
                  <a:ext uri="{FF2B5EF4-FFF2-40B4-BE49-F238E27FC236}">
                    <a16:creationId xmlns:a16="http://schemas.microsoft.com/office/drawing/2014/main" id="{EFDBE938-726B-DD9F-2885-69BFA13EF444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9" name="Rectangle: Rounded Corners 398">
                <a:extLst>
                  <a:ext uri="{FF2B5EF4-FFF2-40B4-BE49-F238E27FC236}">
                    <a16:creationId xmlns:a16="http://schemas.microsoft.com/office/drawing/2014/main" id="{53BD4358-3F48-38C1-1056-272442CBE2AC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0" name="Rectangle: Rounded Corners 399">
                <a:extLst>
                  <a:ext uri="{FF2B5EF4-FFF2-40B4-BE49-F238E27FC236}">
                    <a16:creationId xmlns:a16="http://schemas.microsoft.com/office/drawing/2014/main" id="{51F527F3-07E3-A96C-7794-5E0C97AAD38C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1" name="Rectangle: Rounded Corners 400">
                <a:extLst>
                  <a:ext uri="{FF2B5EF4-FFF2-40B4-BE49-F238E27FC236}">
                    <a16:creationId xmlns:a16="http://schemas.microsoft.com/office/drawing/2014/main" id="{24E04651-6EA1-21CF-4873-D29E58F0A767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2" name="Rectangle: Rounded Corners 401">
                <a:extLst>
                  <a:ext uri="{FF2B5EF4-FFF2-40B4-BE49-F238E27FC236}">
                    <a16:creationId xmlns:a16="http://schemas.microsoft.com/office/drawing/2014/main" id="{42876AC9-F76C-06B0-6DBC-A7BBE68BDD62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3" name="Rectangle: Rounded Corners 402">
                <a:extLst>
                  <a:ext uri="{FF2B5EF4-FFF2-40B4-BE49-F238E27FC236}">
                    <a16:creationId xmlns:a16="http://schemas.microsoft.com/office/drawing/2014/main" id="{3C4F92A0-A62C-2F86-2FCA-A397AA66B9E4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04" name="Group 403">
                <a:extLst>
                  <a:ext uri="{FF2B5EF4-FFF2-40B4-BE49-F238E27FC236}">
                    <a16:creationId xmlns:a16="http://schemas.microsoft.com/office/drawing/2014/main" id="{636DBBC0-BD0D-DBCD-D78E-4DEE429086EB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410" name="Rectangle: Rounded Corners 409">
                  <a:extLst>
                    <a:ext uri="{FF2B5EF4-FFF2-40B4-BE49-F238E27FC236}">
                      <a16:creationId xmlns:a16="http://schemas.microsoft.com/office/drawing/2014/main" id="{3DC579EB-D392-9DFB-A7DC-7142AAF8FB47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1" name="Rectangle: Rounded Corners 410">
                  <a:extLst>
                    <a:ext uri="{FF2B5EF4-FFF2-40B4-BE49-F238E27FC236}">
                      <a16:creationId xmlns:a16="http://schemas.microsoft.com/office/drawing/2014/main" id="{E2126AFF-ADA6-0FEF-70A7-4728ADFBC468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2" name="Rectangle: Rounded Corners 411">
                  <a:extLst>
                    <a:ext uri="{FF2B5EF4-FFF2-40B4-BE49-F238E27FC236}">
                      <a16:creationId xmlns:a16="http://schemas.microsoft.com/office/drawing/2014/main" id="{DB40D22A-1A69-DA12-3756-8447E4336AFA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3" name="Rectangle: Rounded Corners 412">
                  <a:extLst>
                    <a:ext uri="{FF2B5EF4-FFF2-40B4-BE49-F238E27FC236}">
                      <a16:creationId xmlns:a16="http://schemas.microsoft.com/office/drawing/2014/main" id="{07E50E79-E265-DFEF-8380-295B97FB5E00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05" name="Group 404">
                <a:extLst>
                  <a:ext uri="{FF2B5EF4-FFF2-40B4-BE49-F238E27FC236}">
                    <a16:creationId xmlns:a16="http://schemas.microsoft.com/office/drawing/2014/main" id="{F8A61604-EA11-C0D9-69A9-578B46650C68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406" name="Rectangle: Rounded Corners 405">
                  <a:extLst>
                    <a:ext uri="{FF2B5EF4-FFF2-40B4-BE49-F238E27FC236}">
                      <a16:creationId xmlns:a16="http://schemas.microsoft.com/office/drawing/2014/main" id="{22A4BC92-CC52-257A-0CC1-7A4E5401CF0C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7" name="Rectangle: Rounded Corners 406">
                  <a:extLst>
                    <a:ext uri="{FF2B5EF4-FFF2-40B4-BE49-F238E27FC236}">
                      <a16:creationId xmlns:a16="http://schemas.microsoft.com/office/drawing/2014/main" id="{8FD15952-E50F-72C8-187B-77526C90F276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8" name="Rectangle: Rounded Corners 407">
                  <a:extLst>
                    <a:ext uri="{FF2B5EF4-FFF2-40B4-BE49-F238E27FC236}">
                      <a16:creationId xmlns:a16="http://schemas.microsoft.com/office/drawing/2014/main" id="{D5A1F46A-8920-0AB3-5D20-95A745CD6D42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9" name="Rectangle: Rounded Corners 408">
                  <a:extLst>
                    <a:ext uri="{FF2B5EF4-FFF2-40B4-BE49-F238E27FC236}">
                      <a16:creationId xmlns:a16="http://schemas.microsoft.com/office/drawing/2014/main" id="{C6982CE6-3BB2-E87A-B59B-5C5CB3D8CF79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437" name="Group 436">
            <a:extLst>
              <a:ext uri="{FF2B5EF4-FFF2-40B4-BE49-F238E27FC236}">
                <a16:creationId xmlns:a16="http://schemas.microsoft.com/office/drawing/2014/main" id="{2E23ECF9-3F99-94F7-46CA-482B3C60038C}"/>
              </a:ext>
            </a:extLst>
          </p:cNvPr>
          <p:cNvGrpSpPr>
            <a:grpSpLocks noChangeAspect="1"/>
          </p:cNvGrpSpPr>
          <p:nvPr/>
        </p:nvGrpSpPr>
        <p:grpSpPr>
          <a:xfrm>
            <a:off x="5438878" y="846825"/>
            <a:ext cx="411851" cy="351150"/>
            <a:chOff x="3251348" y="1795096"/>
            <a:chExt cx="3827633" cy="3263516"/>
          </a:xfrm>
        </p:grpSpPr>
        <p:sp>
          <p:nvSpPr>
            <p:cNvPr id="438" name="Rectangle 437">
              <a:extLst>
                <a:ext uri="{FF2B5EF4-FFF2-40B4-BE49-F238E27FC236}">
                  <a16:creationId xmlns:a16="http://schemas.microsoft.com/office/drawing/2014/main" id="{2587729A-B1CA-C2BE-75A4-25D16659B215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39" name="Group 438">
              <a:extLst>
                <a:ext uri="{FF2B5EF4-FFF2-40B4-BE49-F238E27FC236}">
                  <a16:creationId xmlns:a16="http://schemas.microsoft.com/office/drawing/2014/main" id="{44EECED4-7F1E-049B-BB18-BAC7B0AA54E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E128B19F-C2DE-CD8D-2129-F97E26AF0EAE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7FF77D61-859A-A7E7-32FA-D6F6FA3427A8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442" name="Rectangle: Rounded Corners 441">
                <a:extLst>
                  <a:ext uri="{FF2B5EF4-FFF2-40B4-BE49-F238E27FC236}">
                    <a16:creationId xmlns:a16="http://schemas.microsoft.com/office/drawing/2014/main" id="{A07D81A0-D18D-07DF-34AB-234FAB2BF925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3" name="Rectangle: Rounded Corners 442">
                <a:extLst>
                  <a:ext uri="{FF2B5EF4-FFF2-40B4-BE49-F238E27FC236}">
                    <a16:creationId xmlns:a16="http://schemas.microsoft.com/office/drawing/2014/main" id="{E9C79469-AE61-ABF4-CAEE-0A5C9E4EEC25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4" name="Rectangle: Rounded Corners 443">
                <a:extLst>
                  <a:ext uri="{FF2B5EF4-FFF2-40B4-BE49-F238E27FC236}">
                    <a16:creationId xmlns:a16="http://schemas.microsoft.com/office/drawing/2014/main" id="{B9FCCE10-BA05-F770-1A00-ABCC0C2E1109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5" name="Rectangle: Rounded Corners 444">
                <a:extLst>
                  <a:ext uri="{FF2B5EF4-FFF2-40B4-BE49-F238E27FC236}">
                    <a16:creationId xmlns:a16="http://schemas.microsoft.com/office/drawing/2014/main" id="{66A23FED-6E41-419C-30E2-AA35C72E32A0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6" name="Rectangle: Rounded Corners 445">
                <a:extLst>
                  <a:ext uri="{FF2B5EF4-FFF2-40B4-BE49-F238E27FC236}">
                    <a16:creationId xmlns:a16="http://schemas.microsoft.com/office/drawing/2014/main" id="{2410D73C-3FB2-C2CE-8665-F3101FDE9BB2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7" name="Rectangle: Rounded Corners 446">
                <a:extLst>
                  <a:ext uri="{FF2B5EF4-FFF2-40B4-BE49-F238E27FC236}">
                    <a16:creationId xmlns:a16="http://schemas.microsoft.com/office/drawing/2014/main" id="{E782B6BC-1C95-86FB-DD31-D6C4241E847D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8" name="Rectangle: Rounded Corners 447">
                <a:extLst>
                  <a:ext uri="{FF2B5EF4-FFF2-40B4-BE49-F238E27FC236}">
                    <a16:creationId xmlns:a16="http://schemas.microsoft.com/office/drawing/2014/main" id="{B2DCF0E4-9BDE-06C4-3179-877793F30F41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9" name="Rectangle: Rounded Corners 448">
                <a:extLst>
                  <a:ext uri="{FF2B5EF4-FFF2-40B4-BE49-F238E27FC236}">
                    <a16:creationId xmlns:a16="http://schemas.microsoft.com/office/drawing/2014/main" id="{7B7E23AC-1439-A590-FE21-F23F54307657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50" name="Group 449">
                <a:extLst>
                  <a:ext uri="{FF2B5EF4-FFF2-40B4-BE49-F238E27FC236}">
                    <a16:creationId xmlns:a16="http://schemas.microsoft.com/office/drawing/2014/main" id="{28D43FAD-1782-F3E9-3CB6-C7C2F69049EC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456" name="Rectangle: Rounded Corners 455">
                  <a:extLst>
                    <a:ext uri="{FF2B5EF4-FFF2-40B4-BE49-F238E27FC236}">
                      <a16:creationId xmlns:a16="http://schemas.microsoft.com/office/drawing/2014/main" id="{8EDB4E0A-DAEE-1E3F-06F6-ACE6457714D3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7" name="Rectangle: Rounded Corners 456">
                  <a:extLst>
                    <a:ext uri="{FF2B5EF4-FFF2-40B4-BE49-F238E27FC236}">
                      <a16:creationId xmlns:a16="http://schemas.microsoft.com/office/drawing/2014/main" id="{0A745483-D2D0-CCC9-2E72-944F2C52C5BA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8" name="Rectangle: Rounded Corners 457">
                  <a:extLst>
                    <a:ext uri="{FF2B5EF4-FFF2-40B4-BE49-F238E27FC236}">
                      <a16:creationId xmlns:a16="http://schemas.microsoft.com/office/drawing/2014/main" id="{A80B079E-E1F1-EA31-9ED0-E085FC58DBDB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9" name="Rectangle: Rounded Corners 458">
                  <a:extLst>
                    <a:ext uri="{FF2B5EF4-FFF2-40B4-BE49-F238E27FC236}">
                      <a16:creationId xmlns:a16="http://schemas.microsoft.com/office/drawing/2014/main" id="{9C204047-DA7E-7B22-5D92-6F11AA2D8E40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51" name="Group 450">
                <a:extLst>
                  <a:ext uri="{FF2B5EF4-FFF2-40B4-BE49-F238E27FC236}">
                    <a16:creationId xmlns:a16="http://schemas.microsoft.com/office/drawing/2014/main" id="{147C811D-BCB4-C83A-7C79-EC3542FDAEAC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452" name="Rectangle: Rounded Corners 451">
                  <a:extLst>
                    <a:ext uri="{FF2B5EF4-FFF2-40B4-BE49-F238E27FC236}">
                      <a16:creationId xmlns:a16="http://schemas.microsoft.com/office/drawing/2014/main" id="{9D5CE213-2F4E-2C30-5079-5A4E207060EF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3" name="Rectangle: Rounded Corners 452">
                  <a:extLst>
                    <a:ext uri="{FF2B5EF4-FFF2-40B4-BE49-F238E27FC236}">
                      <a16:creationId xmlns:a16="http://schemas.microsoft.com/office/drawing/2014/main" id="{B2FEEE69-64B5-8C3B-3375-52C8D409AC33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4" name="Rectangle: Rounded Corners 453">
                  <a:extLst>
                    <a:ext uri="{FF2B5EF4-FFF2-40B4-BE49-F238E27FC236}">
                      <a16:creationId xmlns:a16="http://schemas.microsoft.com/office/drawing/2014/main" id="{45ED977C-6D4D-E1A5-E477-4220872DB513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5" name="Rectangle: Rounded Corners 454">
                  <a:extLst>
                    <a:ext uri="{FF2B5EF4-FFF2-40B4-BE49-F238E27FC236}">
                      <a16:creationId xmlns:a16="http://schemas.microsoft.com/office/drawing/2014/main" id="{488AEAA4-1242-A4FB-CA26-0AEF900B5DD0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470" name="Group 469">
            <a:extLst>
              <a:ext uri="{FF2B5EF4-FFF2-40B4-BE49-F238E27FC236}">
                <a16:creationId xmlns:a16="http://schemas.microsoft.com/office/drawing/2014/main" id="{B65C1B1F-3850-B85F-FE81-357392693D16}"/>
              </a:ext>
            </a:extLst>
          </p:cNvPr>
          <p:cNvGrpSpPr>
            <a:grpSpLocks noChangeAspect="1"/>
          </p:cNvGrpSpPr>
          <p:nvPr/>
        </p:nvGrpSpPr>
        <p:grpSpPr>
          <a:xfrm>
            <a:off x="8664236" y="4972337"/>
            <a:ext cx="411851" cy="351150"/>
            <a:chOff x="3251348" y="1795096"/>
            <a:chExt cx="3827633" cy="3263516"/>
          </a:xfrm>
        </p:grpSpPr>
        <p:sp>
          <p:nvSpPr>
            <p:cNvPr id="540" name="Rectangle 539">
              <a:extLst>
                <a:ext uri="{FF2B5EF4-FFF2-40B4-BE49-F238E27FC236}">
                  <a16:creationId xmlns:a16="http://schemas.microsoft.com/office/drawing/2014/main" id="{6DD0C880-BC9F-F0A0-AFBB-922CA26A42F1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7C17E871-6B50-DA6A-3AE3-D54F0EDD2FA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693EF3DC-6F4D-55C5-E7B2-494DD4BD6097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3A5DC79E-35D6-9504-686A-E8BB60ED2B1B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544" name="Rectangle: Rounded Corners 543">
                <a:extLst>
                  <a:ext uri="{FF2B5EF4-FFF2-40B4-BE49-F238E27FC236}">
                    <a16:creationId xmlns:a16="http://schemas.microsoft.com/office/drawing/2014/main" id="{23C4C2B5-388A-B1AE-3197-C956BB875E4D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5" name="Rectangle: Rounded Corners 544">
                <a:extLst>
                  <a:ext uri="{FF2B5EF4-FFF2-40B4-BE49-F238E27FC236}">
                    <a16:creationId xmlns:a16="http://schemas.microsoft.com/office/drawing/2014/main" id="{72432130-F212-948B-FE0C-C3EDDFD15385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6" name="Rectangle: Rounded Corners 545">
                <a:extLst>
                  <a:ext uri="{FF2B5EF4-FFF2-40B4-BE49-F238E27FC236}">
                    <a16:creationId xmlns:a16="http://schemas.microsoft.com/office/drawing/2014/main" id="{3A7EC0C6-3005-B534-C656-BF07D6E3AA93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7" name="Rectangle: Rounded Corners 546">
                <a:extLst>
                  <a:ext uri="{FF2B5EF4-FFF2-40B4-BE49-F238E27FC236}">
                    <a16:creationId xmlns:a16="http://schemas.microsoft.com/office/drawing/2014/main" id="{D52B31E4-6B22-7563-D2AA-619E5E43A58F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8" name="Rectangle: Rounded Corners 547">
                <a:extLst>
                  <a:ext uri="{FF2B5EF4-FFF2-40B4-BE49-F238E27FC236}">
                    <a16:creationId xmlns:a16="http://schemas.microsoft.com/office/drawing/2014/main" id="{727E641E-A569-2C65-5E5D-9A6FBB6F711F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9" name="Rectangle: Rounded Corners 548">
                <a:extLst>
                  <a:ext uri="{FF2B5EF4-FFF2-40B4-BE49-F238E27FC236}">
                    <a16:creationId xmlns:a16="http://schemas.microsoft.com/office/drawing/2014/main" id="{F6B15ABD-3529-9117-BBEB-6B064FC61538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0" name="Rectangle: Rounded Corners 549">
                <a:extLst>
                  <a:ext uri="{FF2B5EF4-FFF2-40B4-BE49-F238E27FC236}">
                    <a16:creationId xmlns:a16="http://schemas.microsoft.com/office/drawing/2014/main" id="{B4346D06-065A-9A5C-84DF-332AC79C6425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1" name="Rectangle: Rounded Corners 550">
                <a:extLst>
                  <a:ext uri="{FF2B5EF4-FFF2-40B4-BE49-F238E27FC236}">
                    <a16:creationId xmlns:a16="http://schemas.microsoft.com/office/drawing/2014/main" id="{E79042FE-DE52-D90C-B1FA-95CB42800239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52" name="Group 551">
                <a:extLst>
                  <a:ext uri="{FF2B5EF4-FFF2-40B4-BE49-F238E27FC236}">
                    <a16:creationId xmlns:a16="http://schemas.microsoft.com/office/drawing/2014/main" id="{68021978-FCF6-3194-D026-D718C86B3511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558" name="Rectangle: Rounded Corners 557">
                  <a:extLst>
                    <a:ext uri="{FF2B5EF4-FFF2-40B4-BE49-F238E27FC236}">
                      <a16:creationId xmlns:a16="http://schemas.microsoft.com/office/drawing/2014/main" id="{0CD9253E-D632-922C-784E-854633ACF716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9" name="Rectangle: Rounded Corners 558">
                  <a:extLst>
                    <a:ext uri="{FF2B5EF4-FFF2-40B4-BE49-F238E27FC236}">
                      <a16:creationId xmlns:a16="http://schemas.microsoft.com/office/drawing/2014/main" id="{9CF0F8A0-4F8B-4631-9FA6-0DBB3CD0300C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0" name="Rectangle: Rounded Corners 559">
                  <a:extLst>
                    <a:ext uri="{FF2B5EF4-FFF2-40B4-BE49-F238E27FC236}">
                      <a16:creationId xmlns:a16="http://schemas.microsoft.com/office/drawing/2014/main" id="{E24B7C03-9DF4-7EA9-D662-0BFB1BE75695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1" name="Rectangle: Rounded Corners 560">
                  <a:extLst>
                    <a:ext uri="{FF2B5EF4-FFF2-40B4-BE49-F238E27FC236}">
                      <a16:creationId xmlns:a16="http://schemas.microsoft.com/office/drawing/2014/main" id="{73DACBFE-777C-21B6-45D8-C2289926282F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53" name="Group 552">
                <a:extLst>
                  <a:ext uri="{FF2B5EF4-FFF2-40B4-BE49-F238E27FC236}">
                    <a16:creationId xmlns:a16="http://schemas.microsoft.com/office/drawing/2014/main" id="{96045B0F-A42D-82A9-EEB9-0B57112B5FB0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554" name="Rectangle: Rounded Corners 553">
                  <a:extLst>
                    <a:ext uri="{FF2B5EF4-FFF2-40B4-BE49-F238E27FC236}">
                      <a16:creationId xmlns:a16="http://schemas.microsoft.com/office/drawing/2014/main" id="{2E3B93E4-2600-FE7C-C880-5C797E49B00E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5" name="Rectangle: Rounded Corners 554">
                  <a:extLst>
                    <a:ext uri="{FF2B5EF4-FFF2-40B4-BE49-F238E27FC236}">
                      <a16:creationId xmlns:a16="http://schemas.microsoft.com/office/drawing/2014/main" id="{67204BB5-DAD7-7B83-84BA-6A27CB3E1AB3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6" name="Rectangle: Rounded Corners 555">
                  <a:extLst>
                    <a:ext uri="{FF2B5EF4-FFF2-40B4-BE49-F238E27FC236}">
                      <a16:creationId xmlns:a16="http://schemas.microsoft.com/office/drawing/2014/main" id="{054CA22A-6D51-CC79-30A0-16BEC84A8F79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7" name="Rectangle: Rounded Corners 556">
                  <a:extLst>
                    <a:ext uri="{FF2B5EF4-FFF2-40B4-BE49-F238E27FC236}">
                      <a16:creationId xmlns:a16="http://schemas.microsoft.com/office/drawing/2014/main" id="{69AFF256-5350-DAA1-C055-BB6CF16563FA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66A58578-2AD2-BFA7-CC6A-94226F1902BC}"/>
              </a:ext>
            </a:extLst>
          </p:cNvPr>
          <p:cNvGrpSpPr>
            <a:grpSpLocks noChangeAspect="1"/>
          </p:cNvGrpSpPr>
          <p:nvPr/>
        </p:nvGrpSpPr>
        <p:grpSpPr>
          <a:xfrm>
            <a:off x="8664236" y="3596172"/>
            <a:ext cx="411851" cy="351150"/>
            <a:chOff x="3251348" y="1795096"/>
            <a:chExt cx="3827633" cy="3263516"/>
          </a:xfrm>
        </p:grpSpPr>
        <p:sp>
          <p:nvSpPr>
            <p:cNvPr id="518" name="Rectangle 517">
              <a:extLst>
                <a:ext uri="{FF2B5EF4-FFF2-40B4-BE49-F238E27FC236}">
                  <a16:creationId xmlns:a16="http://schemas.microsoft.com/office/drawing/2014/main" id="{52DD7587-C2A5-B5BA-1D1D-FFDFB83274A8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19" name="Group 518">
              <a:extLst>
                <a:ext uri="{FF2B5EF4-FFF2-40B4-BE49-F238E27FC236}">
                  <a16:creationId xmlns:a16="http://schemas.microsoft.com/office/drawing/2014/main" id="{938C7F89-EE3B-EA15-2C83-A11F39D6C31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10F2F731-EC04-EC5F-AD25-07A05C8A0975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8D010BC0-0E3E-5CBB-2BDF-D76582D4CB1A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522" name="Rectangle: Rounded Corners 521">
                <a:extLst>
                  <a:ext uri="{FF2B5EF4-FFF2-40B4-BE49-F238E27FC236}">
                    <a16:creationId xmlns:a16="http://schemas.microsoft.com/office/drawing/2014/main" id="{B4317071-DFFF-CFAC-B715-0E4B30FCA61D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3" name="Rectangle: Rounded Corners 522">
                <a:extLst>
                  <a:ext uri="{FF2B5EF4-FFF2-40B4-BE49-F238E27FC236}">
                    <a16:creationId xmlns:a16="http://schemas.microsoft.com/office/drawing/2014/main" id="{06FCC331-0AEE-A288-947C-037D329FCD1A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4" name="Rectangle: Rounded Corners 523">
                <a:extLst>
                  <a:ext uri="{FF2B5EF4-FFF2-40B4-BE49-F238E27FC236}">
                    <a16:creationId xmlns:a16="http://schemas.microsoft.com/office/drawing/2014/main" id="{7460075E-AF37-973A-08B6-367C5707893A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5" name="Rectangle: Rounded Corners 524">
                <a:extLst>
                  <a:ext uri="{FF2B5EF4-FFF2-40B4-BE49-F238E27FC236}">
                    <a16:creationId xmlns:a16="http://schemas.microsoft.com/office/drawing/2014/main" id="{70F634CE-79E1-CC3B-8C12-39CF0078BF5C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6" name="Rectangle: Rounded Corners 525">
                <a:extLst>
                  <a:ext uri="{FF2B5EF4-FFF2-40B4-BE49-F238E27FC236}">
                    <a16:creationId xmlns:a16="http://schemas.microsoft.com/office/drawing/2014/main" id="{C05DE1FD-ABE8-D8D5-EC3D-BF49EB1DC365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7" name="Rectangle: Rounded Corners 526">
                <a:extLst>
                  <a:ext uri="{FF2B5EF4-FFF2-40B4-BE49-F238E27FC236}">
                    <a16:creationId xmlns:a16="http://schemas.microsoft.com/office/drawing/2014/main" id="{029E960A-94E1-22E7-48B0-A3C2F6BDCCD5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8" name="Rectangle: Rounded Corners 527">
                <a:extLst>
                  <a:ext uri="{FF2B5EF4-FFF2-40B4-BE49-F238E27FC236}">
                    <a16:creationId xmlns:a16="http://schemas.microsoft.com/office/drawing/2014/main" id="{6DD3DC8F-B470-B411-ED85-C5F7054C0F74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9" name="Rectangle: Rounded Corners 528">
                <a:extLst>
                  <a:ext uri="{FF2B5EF4-FFF2-40B4-BE49-F238E27FC236}">
                    <a16:creationId xmlns:a16="http://schemas.microsoft.com/office/drawing/2014/main" id="{7D6F517A-1552-E829-A70B-37A37ED018C5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30" name="Group 529">
                <a:extLst>
                  <a:ext uri="{FF2B5EF4-FFF2-40B4-BE49-F238E27FC236}">
                    <a16:creationId xmlns:a16="http://schemas.microsoft.com/office/drawing/2014/main" id="{1ED1CD24-7A48-1CAD-36CF-A621FF9C78FB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536" name="Rectangle: Rounded Corners 535">
                  <a:extLst>
                    <a:ext uri="{FF2B5EF4-FFF2-40B4-BE49-F238E27FC236}">
                      <a16:creationId xmlns:a16="http://schemas.microsoft.com/office/drawing/2014/main" id="{5C8E7219-EC35-B32C-5417-B1A1FF3514B7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7" name="Rectangle: Rounded Corners 536">
                  <a:extLst>
                    <a:ext uri="{FF2B5EF4-FFF2-40B4-BE49-F238E27FC236}">
                      <a16:creationId xmlns:a16="http://schemas.microsoft.com/office/drawing/2014/main" id="{EE28506B-B2ED-ED85-6182-2246B125FC61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8" name="Rectangle: Rounded Corners 537">
                  <a:extLst>
                    <a:ext uri="{FF2B5EF4-FFF2-40B4-BE49-F238E27FC236}">
                      <a16:creationId xmlns:a16="http://schemas.microsoft.com/office/drawing/2014/main" id="{7BAC0D94-379F-2D62-23A1-1BF37C8F1002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9" name="Rectangle: Rounded Corners 538">
                  <a:extLst>
                    <a:ext uri="{FF2B5EF4-FFF2-40B4-BE49-F238E27FC236}">
                      <a16:creationId xmlns:a16="http://schemas.microsoft.com/office/drawing/2014/main" id="{1B2D9CCA-A3E4-455E-3FA7-B066480E12A9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31" name="Group 530">
                <a:extLst>
                  <a:ext uri="{FF2B5EF4-FFF2-40B4-BE49-F238E27FC236}">
                    <a16:creationId xmlns:a16="http://schemas.microsoft.com/office/drawing/2014/main" id="{E3B1E9B1-AD94-51FA-7EC7-249C3C86D8DE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532" name="Rectangle: Rounded Corners 531">
                  <a:extLst>
                    <a:ext uri="{FF2B5EF4-FFF2-40B4-BE49-F238E27FC236}">
                      <a16:creationId xmlns:a16="http://schemas.microsoft.com/office/drawing/2014/main" id="{96E9C538-6390-7B57-5434-036DCE18E020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3" name="Rectangle: Rounded Corners 532">
                  <a:extLst>
                    <a:ext uri="{FF2B5EF4-FFF2-40B4-BE49-F238E27FC236}">
                      <a16:creationId xmlns:a16="http://schemas.microsoft.com/office/drawing/2014/main" id="{0CA40434-2210-D579-C36D-7CC980DB1E86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4" name="Rectangle: Rounded Corners 533">
                  <a:extLst>
                    <a:ext uri="{FF2B5EF4-FFF2-40B4-BE49-F238E27FC236}">
                      <a16:creationId xmlns:a16="http://schemas.microsoft.com/office/drawing/2014/main" id="{F92AC5CC-8B50-1D79-2A6C-A02A3DD93192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5" name="Rectangle: Rounded Corners 534">
                  <a:extLst>
                    <a:ext uri="{FF2B5EF4-FFF2-40B4-BE49-F238E27FC236}">
                      <a16:creationId xmlns:a16="http://schemas.microsoft.com/office/drawing/2014/main" id="{17844285-401E-7E25-1CF7-B62671C1D817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472" name="Group 471">
            <a:extLst>
              <a:ext uri="{FF2B5EF4-FFF2-40B4-BE49-F238E27FC236}">
                <a16:creationId xmlns:a16="http://schemas.microsoft.com/office/drawing/2014/main" id="{D4AA4FA6-F0B9-254E-3042-74229F85BD74}"/>
              </a:ext>
            </a:extLst>
          </p:cNvPr>
          <p:cNvGrpSpPr>
            <a:grpSpLocks noChangeAspect="1"/>
          </p:cNvGrpSpPr>
          <p:nvPr/>
        </p:nvGrpSpPr>
        <p:grpSpPr>
          <a:xfrm>
            <a:off x="8664236" y="2220006"/>
            <a:ext cx="411851" cy="351150"/>
            <a:chOff x="3251348" y="1795096"/>
            <a:chExt cx="3827633" cy="3263516"/>
          </a:xfrm>
        </p:grpSpPr>
        <p:sp>
          <p:nvSpPr>
            <p:cNvPr id="496" name="Rectangle 495">
              <a:extLst>
                <a:ext uri="{FF2B5EF4-FFF2-40B4-BE49-F238E27FC236}">
                  <a16:creationId xmlns:a16="http://schemas.microsoft.com/office/drawing/2014/main" id="{BFE7EEBC-DCBE-66AE-240A-0CAB6FF603AF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D1F0E940-64CB-46E2-27B3-EBFDFAB455C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58327939-FB03-1541-60DA-4C4A72D6BCB7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57776DE6-8980-0791-3681-2EC57CACD724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500" name="Rectangle: Rounded Corners 499">
                <a:extLst>
                  <a:ext uri="{FF2B5EF4-FFF2-40B4-BE49-F238E27FC236}">
                    <a16:creationId xmlns:a16="http://schemas.microsoft.com/office/drawing/2014/main" id="{1AEDB510-1C4F-4BFD-BCB3-01DBF05BE0B2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1" name="Rectangle: Rounded Corners 500">
                <a:extLst>
                  <a:ext uri="{FF2B5EF4-FFF2-40B4-BE49-F238E27FC236}">
                    <a16:creationId xmlns:a16="http://schemas.microsoft.com/office/drawing/2014/main" id="{D6FC159A-FF44-6CB1-BE24-538E6DF60FF9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2" name="Rectangle: Rounded Corners 501">
                <a:extLst>
                  <a:ext uri="{FF2B5EF4-FFF2-40B4-BE49-F238E27FC236}">
                    <a16:creationId xmlns:a16="http://schemas.microsoft.com/office/drawing/2014/main" id="{F1C7F523-111E-DF15-C985-A1A81CC2A8B4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3" name="Rectangle: Rounded Corners 502">
                <a:extLst>
                  <a:ext uri="{FF2B5EF4-FFF2-40B4-BE49-F238E27FC236}">
                    <a16:creationId xmlns:a16="http://schemas.microsoft.com/office/drawing/2014/main" id="{3BDA4C41-254D-8A36-4441-C37BA2283E14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4" name="Rectangle: Rounded Corners 503">
                <a:extLst>
                  <a:ext uri="{FF2B5EF4-FFF2-40B4-BE49-F238E27FC236}">
                    <a16:creationId xmlns:a16="http://schemas.microsoft.com/office/drawing/2014/main" id="{FD747574-FFDE-BF20-FD9C-3CA70D260BB9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5" name="Rectangle: Rounded Corners 504">
                <a:extLst>
                  <a:ext uri="{FF2B5EF4-FFF2-40B4-BE49-F238E27FC236}">
                    <a16:creationId xmlns:a16="http://schemas.microsoft.com/office/drawing/2014/main" id="{9972CB2A-48D5-8FC0-B981-6FC0B64C6C61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6" name="Rectangle: Rounded Corners 505">
                <a:extLst>
                  <a:ext uri="{FF2B5EF4-FFF2-40B4-BE49-F238E27FC236}">
                    <a16:creationId xmlns:a16="http://schemas.microsoft.com/office/drawing/2014/main" id="{D6B0DCD1-1ACE-9A4E-B57A-8ABA28719B01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7" name="Rectangle: Rounded Corners 506">
                <a:extLst>
                  <a:ext uri="{FF2B5EF4-FFF2-40B4-BE49-F238E27FC236}">
                    <a16:creationId xmlns:a16="http://schemas.microsoft.com/office/drawing/2014/main" id="{D4734A5D-F3CA-B798-90AE-18FAC6DFD2C0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08" name="Group 507">
                <a:extLst>
                  <a:ext uri="{FF2B5EF4-FFF2-40B4-BE49-F238E27FC236}">
                    <a16:creationId xmlns:a16="http://schemas.microsoft.com/office/drawing/2014/main" id="{0ED4F9CE-A402-9903-D8C6-0CD6DA27EE03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514" name="Rectangle: Rounded Corners 513">
                  <a:extLst>
                    <a:ext uri="{FF2B5EF4-FFF2-40B4-BE49-F238E27FC236}">
                      <a16:creationId xmlns:a16="http://schemas.microsoft.com/office/drawing/2014/main" id="{05D7A72C-6F80-E476-AF72-87A9BA567570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5" name="Rectangle: Rounded Corners 514">
                  <a:extLst>
                    <a:ext uri="{FF2B5EF4-FFF2-40B4-BE49-F238E27FC236}">
                      <a16:creationId xmlns:a16="http://schemas.microsoft.com/office/drawing/2014/main" id="{E293532D-477F-0B7F-F053-99B1E6D47496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6" name="Rectangle: Rounded Corners 515">
                  <a:extLst>
                    <a:ext uri="{FF2B5EF4-FFF2-40B4-BE49-F238E27FC236}">
                      <a16:creationId xmlns:a16="http://schemas.microsoft.com/office/drawing/2014/main" id="{A10616FB-EBEF-EC4E-EDFB-2F31148189D5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7" name="Rectangle: Rounded Corners 516">
                  <a:extLst>
                    <a:ext uri="{FF2B5EF4-FFF2-40B4-BE49-F238E27FC236}">
                      <a16:creationId xmlns:a16="http://schemas.microsoft.com/office/drawing/2014/main" id="{8C39E9AE-1E9E-978E-E238-D0F509B0668A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09" name="Group 508">
                <a:extLst>
                  <a:ext uri="{FF2B5EF4-FFF2-40B4-BE49-F238E27FC236}">
                    <a16:creationId xmlns:a16="http://schemas.microsoft.com/office/drawing/2014/main" id="{96D5DE9B-E625-7BCA-52EF-ECE082AB726B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510" name="Rectangle: Rounded Corners 509">
                  <a:extLst>
                    <a:ext uri="{FF2B5EF4-FFF2-40B4-BE49-F238E27FC236}">
                      <a16:creationId xmlns:a16="http://schemas.microsoft.com/office/drawing/2014/main" id="{35D8107E-720C-F2FE-8F2C-2671470F9061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1" name="Rectangle: Rounded Corners 510">
                  <a:extLst>
                    <a:ext uri="{FF2B5EF4-FFF2-40B4-BE49-F238E27FC236}">
                      <a16:creationId xmlns:a16="http://schemas.microsoft.com/office/drawing/2014/main" id="{0CEC4B2F-D5E8-AF25-6CF2-9D5A29BE87D9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2" name="Rectangle: Rounded Corners 511">
                  <a:extLst>
                    <a:ext uri="{FF2B5EF4-FFF2-40B4-BE49-F238E27FC236}">
                      <a16:creationId xmlns:a16="http://schemas.microsoft.com/office/drawing/2014/main" id="{7CA04268-74A2-A7BE-031A-801D562C5938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3" name="Rectangle: Rounded Corners 512">
                  <a:extLst>
                    <a:ext uri="{FF2B5EF4-FFF2-40B4-BE49-F238E27FC236}">
                      <a16:creationId xmlns:a16="http://schemas.microsoft.com/office/drawing/2014/main" id="{595F4F4F-CBAE-569D-D1E5-4C2207478479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6FC1C371-2D87-7ADD-EC20-16B4A1E29AE1}"/>
              </a:ext>
            </a:extLst>
          </p:cNvPr>
          <p:cNvGrpSpPr>
            <a:grpSpLocks noChangeAspect="1"/>
          </p:cNvGrpSpPr>
          <p:nvPr/>
        </p:nvGrpSpPr>
        <p:grpSpPr>
          <a:xfrm>
            <a:off x="8664236" y="843840"/>
            <a:ext cx="411851" cy="351150"/>
            <a:chOff x="3251348" y="1795096"/>
            <a:chExt cx="3827633" cy="3263516"/>
          </a:xfrm>
        </p:grpSpPr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9D58385C-891C-B6ED-EDD2-5357EA2BD084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5" name="Group 474">
              <a:extLst>
                <a:ext uri="{FF2B5EF4-FFF2-40B4-BE49-F238E27FC236}">
                  <a16:creationId xmlns:a16="http://schemas.microsoft.com/office/drawing/2014/main" id="{783A11E0-531B-A25F-EE9E-4E351FA3085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636F815D-081C-9C2F-2486-19B8DB2A4BF7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57137F58-14EA-0146-2A6B-E372DEB11E50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478" name="Rectangle: Rounded Corners 477">
                <a:extLst>
                  <a:ext uri="{FF2B5EF4-FFF2-40B4-BE49-F238E27FC236}">
                    <a16:creationId xmlns:a16="http://schemas.microsoft.com/office/drawing/2014/main" id="{644B7DD0-848D-750B-AD22-5D1849EF52C3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9" name="Rectangle: Rounded Corners 478">
                <a:extLst>
                  <a:ext uri="{FF2B5EF4-FFF2-40B4-BE49-F238E27FC236}">
                    <a16:creationId xmlns:a16="http://schemas.microsoft.com/office/drawing/2014/main" id="{2AB54072-E4C5-2923-AABA-E30B5BE5F482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0" name="Rectangle: Rounded Corners 479">
                <a:extLst>
                  <a:ext uri="{FF2B5EF4-FFF2-40B4-BE49-F238E27FC236}">
                    <a16:creationId xmlns:a16="http://schemas.microsoft.com/office/drawing/2014/main" id="{A51BCECF-8658-9911-80BC-9A5E5C66C4FC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1" name="Rectangle: Rounded Corners 480">
                <a:extLst>
                  <a:ext uri="{FF2B5EF4-FFF2-40B4-BE49-F238E27FC236}">
                    <a16:creationId xmlns:a16="http://schemas.microsoft.com/office/drawing/2014/main" id="{5AD79EAD-9078-E621-128F-0A544CA94013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2" name="Rectangle: Rounded Corners 481">
                <a:extLst>
                  <a:ext uri="{FF2B5EF4-FFF2-40B4-BE49-F238E27FC236}">
                    <a16:creationId xmlns:a16="http://schemas.microsoft.com/office/drawing/2014/main" id="{482BEE72-56B4-1C86-A333-EC0C03F44D15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3" name="Rectangle: Rounded Corners 482">
                <a:extLst>
                  <a:ext uri="{FF2B5EF4-FFF2-40B4-BE49-F238E27FC236}">
                    <a16:creationId xmlns:a16="http://schemas.microsoft.com/office/drawing/2014/main" id="{654D1ECE-F90A-6EE2-3571-004B16EE3029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4" name="Rectangle: Rounded Corners 483">
                <a:extLst>
                  <a:ext uri="{FF2B5EF4-FFF2-40B4-BE49-F238E27FC236}">
                    <a16:creationId xmlns:a16="http://schemas.microsoft.com/office/drawing/2014/main" id="{85D6CBA7-5D5B-E9C5-74F9-CD367E2F0618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5" name="Rectangle: Rounded Corners 484">
                <a:extLst>
                  <a:ext uri="{FF2B5EF4-FFF2-40B4-BE49-F238E27FC236}">
                    <a16:creationId xmlns:a16="http://schemas.microsoft.com/office/drawing/2014/main" id="{8033BAAB-C29E-3535-029E-ABA9AA384F0B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86" name="Group 485">
                <a:extLst>
                  <a:ext uri="{FF2B5EF4-FFF2-40B4-BE49-F238E27FC236}">
                    <a16:creationId xmlns:a16="http://schemas.microsoft.com/office/drawing/2014/main" id="{7CB7477F-3252-CDF1-3B00-641E185C961C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492" name="Rectangle: Rounded Corners 491">
                  <a:extLst>
                    <a:ext uri="{FF2B5EF4-FFF2-40B4-BE49-F238E27FC236}">
                      <a16:creationId xmlns:a16="http://schemas.microsoft.com/office/drawing/2014/main" id="{8C58CB75-69EF-6756-BAA5-ADC5FB927A50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3" name="Rectangle: Rounded Corners 492">
                  <a:extLst>
                    <a:ext uri="{FF2B5EF4-FFF2-40B4-BE49-F238E27FC236}">
                      <a16:creationId xmlns:a16="http://schemas.microsoft.com/office/drawing/2014/main" id="{8EDDCAAD-B08F-9F54-2839-41DB0A625928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4" name="Rectangle: Rounded Corners 493">
                  <a:extLst>
                    <a:ext uri="{FF2B5EF4-FFF2-40B4-BE49-F238E27FC236}">
                      <a16:creationId xmlns:a16="http://schemas.microsoft.com/office/drawing/2014/main" id="{ADE68953-8206-EC3D-91CF-1FD6FBD85BAB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5" name="Rectangle: Rounded Corners 494">
                  <a:extLst>
                    <a:ext uri="{FF2B5EF4-FFF2-40B4-BE49-F238E27FC236}">
                      <a16:creationId xmlns:a16="http://schemas.microsoft.com/office/drawing/2014/main" id="{B66B731D-CDE3-B726-3560-5AD5A84504B0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87" name="Group 486">
                <a:extLst>
                  <a:ext uri="{FF2B5EF4-FFF2-40B4-BE49-F238E27FC236}">
                    <a16:creationId xmlns:a16="http://schemas.microsoft.com/office/drawing/2014/main" id="{5C9DDB49-D709-11E6-25FD-2D5D091FE7D2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488" name="Rectangle: Rounded Corners 487">
                  <a:extLst>
                    <a:ext uri="{FF2B5EF4-FFF2-40B4-BE49-F238E27FC236}">
                      <a16:creationId xmlns:a16="http://schemas.microsoft.com/office/drawing/2014/main" id="{E2CC5DA0-BAF8-DCD9-A039-3A6BF257A84F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9" name="Rectangle: Rounded Corners 488">
                  <a:extLst>
                    <a:ext uri="{FF2B5EF4-FFF2-40B4-BE49-F238E27FC236}">
                      <a16:creationId xmlns:a16="http://schemas.microsoft.com/office/drawing/2014/main" id="{8FFCF3F2-1E85-626C-ACD7-82D23900EE4F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0" name="Rectangle: Rounded Corners 489">
                  <a:extLst>
                    <a:ext uri="{FF2B5EF4-FFF2-40B4-BE49-F238E27FC236}">
                      <a16:creationId xmlns:a16="http://schemas.microsoft.com/office/drawing/2014/main" id="{C7039F1E-70CD-F356-EBA9-68B69F5962B7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1" name="Rectangle: Rounded Corners 490">
                  <a:extLst>
                    <a:ext uri="{FF2B5EF4-FFF2-40B4-BE49-F238E27FC236}">
                      <a16:creationId xmlns:a16="http://schemas.microsoft.com/office/drawing/2014/main" id="{5D416DF8-9E25-2FA9-19CC-D13F0D370E9E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574" name="Arrow: Right 573">
            <a:extLst>
              <a:ext uri="{FF2B5EF4-FFF2-40B4-BE49-F238E27FC236}">
                <a16:creationId xmlns:a16="http://schemas.microsoft.com/office/drawing/2014/main" id="{751CEBFE-CCD7-3FE4-A1AA-A26834676853}"/>
              </a:ext>
            </a:extLst>
          </p:cNvPr>
          <p:cNvSpPr/>
          <p:nvPr/>
        </p:nvSpPr>
        <p:spPr>
          <a:xfrm rot="16200000">
            <a:off x="5516633" y="5542304"/>
            <a:ext cx="256344" cy="231923"/>
          </a:xfrm>
          <a:prstGeom prst="rightArrow">
            <a:avLst/>
          </a:prstGeom>
          <a:solidFill>
            <a:srgbClr val="FF0000">
              <a:alpha val="36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5D25BD-9EDD-3078-BFFC-4A2F66083481}"/>
              </a:ext>
            </a:extLst>
          </p:cNvPr>
          <p:cNvSpPr txBox="1"/>
          <p:nvPr/>
        </p:nvSpPr>
        <p:spPr>
          <a:xfrm>
            <a:off x="149151" y="1925773"/>
            <a:ext cx="31567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Different model attention types entail different KV-cache sizes: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3" name="TextBox 462">
                <a:extLst>
                  <a:ext uri="{FF2B5EF4-FFF2-40B4-BE49-F238E27FC236}">
                    <a16:creationId xmlns:a16="http://schemas.microsoft.com/office/drawing/2014/main" id="{0CF0ACE1-6B4D-463A-833E-2762739B2588}"/>
                  </a:ext>
                </a:extLst>
              </p:cNvPr>
              <p:cNvSpPr txBox="1"/>
              <p:nvPr/>
            </p:nvSpPr>
            <p:spPr>
              <a:xfrm>
                <a:off x="9699310" y="4401939"/>
                <a:ext cx="1170641" cy="252120"/>
              </a:xfrm>
              <a:prstGeom prst="rect">
                <a:avLst/>
              </a:prstGeom>
              <a:solidFill>
                <a:srgbClr val="0070C0">
                  <a:alpha val="8000"/>
                </a:srgbClr>
              </a:solidFill>
              <a:ln>
                <a:solidFill>
                  <a:srgbClr val="0070C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𝑑𝑒𝑐𝑜𝑑𝑒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𝑑𝑒𝑐𝑜𝑑𝑒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</m:sub>
                          </m:sSub>
                        </m:den>
                      </m:f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𝑟𝑎𝑛𝑘</m:t>
                          </m:r>
                        </m:sub>
                      </m:sSub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3" name="TextBox 462">
                <a:extLst>
                  <a:ext uri="{FF2B5EF4-FFF2-40B4-BE49-F238E27FC236}">
                    <a16:creationId xmlns:a16="http://schemas.microsoft.com/office/drawing/2014/main" id="{0CF0ACE1-6B4D-463A-833E-2762739B2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9310" y="4401939"/>
                <a:ext cx="1170641" cy="252120"/>
              </a:xfrm>
              <a:prstGeom prst="rect">
                <a:avLst/>
              </a:prstGeom>
              <a:blipFill>
                <a:blip r:embed="rId4"/>
                <a:stretch>
                  <a:fillRect l="-1031" b="-9302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4" name="Straight Connector 463">
            <a:extLst>
              <a:ext uri="{FF2B5EF4-FFF2-40B4-BE49-F238E27FC236}">
                <a16:creationId xmlns:a16="http://schemas.microsoft.com/office/drawing/2014/main" id="{0451C026-1C85-6F2F-8335-56FF28B2AAB6}"/>
              </a:ext>
            </a:extLst>
          </p:cNvPr>
          <p:cNvCxnSpPr>
            <a:cxnSpLocks/>
            <a:endCxn id="463" idx="1"/>
          </p:cNvCxnSpPr>
          <p:nvPr/>
        </p:nvCxnSpPr>
        <p:spPr>
          <a:xfrm flipV="1">
            <a:off x="8864466" y="4527999"/>
            <a:ext cx="834844" cy="1432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8" name="TextBox 467">
                <a:extLst>
                  <a:ext uri="{FF2B5EF4-FFF2-40B4-BE49-F238E27FC236}">
                    <a16:creationId xmlns:a16="http://schemas.microsoft.com/office/drawing/2014/main" id="{76B25C98-B866-8C5D-E8D1-C8A767A54944}"/>
                  </a:ext>
                </a:extLst>
              </p:cNvPr>
              <p:cNvSpPr txBox="1"/>
              <p:nvPr/>
            </p:nvSpPr>
            <p:spPr>
              <a:xfrm>
                <a:off x="9699310" y="4834030"/>
                <a:ext cx="2380332" cy="276614"/>
              </a:xfrm>
              <a:prstGeom prst="rect">
                <a:avLst/>
              </a:prstGeom>
              <a:solidFill>
                <a:srgbClr val="0070C0">
                  <a:alpha val="8000"/>
                </a:srgbClr>
              </a:solidFill>
              <a:ln>
                <a:solidFill>
                  <a:srgbClr val="0070C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𝑑𝑒𝑐𝑜𝑑𝑒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𝑟𝑎𝑛𝑘</m:t>
                                  </m:r>
                                </m:sub>
                              </m:sSub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𝑟𝑎𝑛𝑘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𝑟𝑎𝑛𝑘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𝐾𝑉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𝑟𝑎𝑛𝑘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0.75</m:t>
                                  </m:r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𝑀𝐵𝑊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𝑟𝑎𝑛𝑘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8" name="TextBox 467">
                <a:extLst>
                  <a:ext uri="{FF2B5EF4-FFF2-40B4-BE49-F238E27FC236}">
                    <a16:creationId xmlns:a16="http://schemas.microsoft.com/office/drawing/2014/main" id="{76B25C98-B866-8C5D-E8D1-C8A767A54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9310" y="4834030"/>
                <a:ext cx="2380332" cy="276614"/>
              </a:xfrm>
              <a:prstGeom prst="rect">
                <a:avLst/>
              </a:prstGeom>
              <a:blipFill>
                <a:blip r:embed="rId5"/>
                <a:stretch>
                  <a:fillRect l="-254" b="-2128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9686733-94F4-818A-F6AE-B835A39F80E5}"/>
              </a:ext>
            </a:extLst>
          </p:cNvPr>
          <p:cNvCxnSpPr>
            <a:cxnSpLocks/>
            <a:stCxn id="540" idx="3"/>
            <a:endCxn id="468" idx="1"/>
          </p:cNvCxnSpPr>
          <p:nvPr/>
        </p:nvCxnSpPr>
        <p:spPr>
          <a:xfrm flipV="1">
            <a:off x="9075698" y="4972337"/>
            <a:ext cx="623612" cy="1753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Left Brace 65">
            <a:extLst>
              <a:ext uri="{FF2B5EF4-FFF2-40B4-BE49-F238E27FC236}">
                <a16:creationId xmlns:a16="http://schemas.microsoft.com/office/drawing/2014/main" id="{C124C65C-05E2-A3A1-7360-53A72465A033}"/>
              </a:ext>
            </a:extLst>
          </p:cNvPr>
          <p:cNvSpPr/>
          <p:nvPr/>
        </p:nvSpPr>
        <p:spPr>
          <a:xfrm rot="16200000">
            <a:off x="10675004" y="4908344"/>
            <a:ext cx="127335" cy="625542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Left Brace 66">
            <a:extLst>
              <a:ext uri="{FF2B5EF4-FFF2-40B4-BE49-F238E27FC236}">
                <a16:creationId xmlns:a16="http://schemas.microsoft.com/office/drawing/2014/main" id="{66FD1216-98E3-A24F-BF9F-607154B04C4D}"/>
              </a:ext>
            </a:extLst>
          </p:cNvPr>
          <p:cNvSpPr/>
          <p:nvPr/>
        </p:nvSpPr>
        <p:spPr>
          <a:xfrm rot="16200000">
            <a:off x="11496537" y="4782136"/>
            <a:ext cx="127335" cy="877956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6DCDC84-7B2A-AE35-9C93-D4684509E969}"/>
              </a:ext>
            </a:extLst>
          </p:cNvPr>
          <p:cNvSpPr txBox="1"/>
          <p:nvPr/>
        </p:nvSpPr>
        <p:spPr>
          <a:xfrm>
            <a:off x="10349232" y="5275948"/>
            <a:ext cx="7825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Compute time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CEAC858-6964-D72C-8EBC-0FB360CD8341}"/>
              </a:ext>
            </a:extLst>
          </p:cNvPr>
          <p:cNvSpPr txBox="1"/>
          <p:nvPr/>
        </p:nvSpPr>
        <p:spPr>
          <a:xfrm>
            <a:off x="11196843" y="5272390"/>
            <a:ext cx="7361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Memory wall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800D48A9-0D5A-E959-789D-6CD10D3A069A}"/>
                  </a:ext>
                </a:extLst>
              </p:cNvPr>
              <p:cNvSpPr txBox="1"/>
              <p:nvPr/>
            </p:nvSpPr>
            <p:spPr>
              <a:xfrm>
                <a:off x="6501513" y="4349806"/>
                <a:ext cx="1248740" cy="231923"/>
              </a:xfrm>
              <a:prstGeom prst="rect">
                <a:avLst/>
              </a:prstGeom>
              <a:solidFill>
                <a:srgbClr val="00B050">
                  <a:alpha val="8000"/>
                </a:srgbClr>
              </a:solidFill>
              <a:ln>
                <a:solidFill>
                  <a:srgbClr val="00B05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𝐾𝑉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h𝑎𝑛𝑑𝑜𝑓𝑓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𝐾𝑉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𝐺𝑄𝐴</m:t>
                              </m:r>
                            </m:sub>
                          </m:sSub>
                          <m:r>
                            <a:rPr lang="en-US" sz="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𝑟𝑎𝑛𝑘</m:t>
                              </m:r>
                            </m:sub>
                          </m:sSub>
                        </m:num>
                        <m:den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800D48A9-0D5A-E959-789D-6CD10D3A0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1513" y="4349806"/>
                <a:ext cx="1248740" cy="231923"/>
              </a:xfrm>
              <a:prstGeom prst="rect">
                <a:avLst/>
              </a:prstGeom>
              <a:blipFill>
                <a:blip r:embed="rId6"/>
                <a:stretch>
                  <a:fillRect l="-971" r="-485" b="-12500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93B56D8-4579-25AF-6664-CCAA8A9302AA}"/>
              </a:ext>
            </a:extLst>
          </p:cNvPr>
          <p:cNvCxnSpPr>
            <a:cxnSpLocks/>
            <a:stCxn id="86" idx="2"/>
            <a:endCxn id="95" idx="2"/>
          </p:cNvCxnSpPr>
          <p:nvPr/>
        </p:nvCxnSpPr>
        <p:spPr>
          <a:xfrm flipH="1">
            <a:off x="6965183" y="4581729"/>
            <a:ext cx="160700" cy="6193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041B87F-03FB-AC9B-536B-AD2E064EED06}"/>
                  </a:ext>
                </a:extLst>
              </p:cNvPr>
              <p:cNvSpPr txBox="1"/>
              <p:nvPr/>
            </p:nvSpPr>
            <p:spPr>
              <a:xfrm>
                <a:off x="6680911" y="5550562"/>
                <a:ext cx="1355307" cy="254813"/>
              </a:xfrm>
              <a:prstGeom prst="rect">
                <a:avLst/>
              </a:prstGeom>
              <a:solidFill>
                <a:srgbClr val="00B050">
                  <a:alpha val="8000"/>
                </a:srgbClr>
              </a:solidFill>
              <a:ln>
                <a:solidFill>
                  <a:srgbClr val="00B05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h𝑎𝑛𝑑𝑜𝑓𝑓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𝐾𝑉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h𝑎𝑛𝑑𝑜𝑓𝑓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</m:sub>
                          </m:sSub>
                        </m:den>
                      </m:f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𝑟𝑎𝑛𝑘</m:t>
                          </m:r>
                        </m:sub>
                      </m:sSub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041B87F-03FB-AC9B-536B-AD2E064EE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911" y="5550562"/>
                <a:ext cx="1355307" cy="254813"/>
              </a:xfrm>
              <a:prstGeom prst="rect">
                <a:avLst/>
              </a:prstGeom>
              <a:blipFill>
                <a:blip r:embed="rId7"/>
                <a:stretch>
                  <a:fillRect l="-893" b="-9302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0DDB883-6B84-2AB4-ACF3-C5707B41CC72}"/>
              </a:ext>
            </a:extLst>
          </p:cNvPr>
          <p:cNvCxnSpPr>
            <a:cxnSpLocks/>
            <a:endCxn id="88" idx="0"/>
          </p:cNvCxnSpPr>
          <p:nvPr/>
        </p:nvCxnSpPr>
        <p:spPr>
          <a:xfrm flipH="1">
            <a:off x="7358565" y="5146724"/>
            <a:ext cx="99411" cy="4038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130802D7-8D8F-F6A5-1062-C4C3D79DBB47}"/>
              </a:ext>
            </a:extLst>
          </p:cNvPr>
          <p:cNvGrpSpPr/>
          <p:nvPr/>
        </p:nvGrpSpPr>
        <p:grpSpPr>
          <a:xfrm>
            <a:off x="6795880" y="5084213"/>
            <a:ext cx="470552" cy="116826"/>
            <a:chOff x="3370757" y="5646813"/>
            <a:chExt cx="470552" cy="116826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6567BDF8-5A22-1C56-5B3B-23BC1163A302}"/>
                </a:ext>
              </a:extLst>
            </p:cNvPr>
            <p:cNvSpPr/>
            <p:nvPr/>
          </p:nvSpPr>
          <p:spPr>
            <a:xfrm>
              <a:off x="3386254" y="5661102"/>
              <a:ext cx="102537" cy="10253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V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07CF766B-4E31-A986-662D-7B2A4873FB44}"/>
                </a:ext>
              </a:extLst>
            </p:cNvPr>
            <p:cNvSpPr/>
            <p:nvPr/>
          </p:nvSpPr>
          <p:spPr>
            <a:xfrm>
              <a:off x="3488791" y="5661102"/>
              <a:ext cx="102537" cy="10253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V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16160623-50BF-B89A-B3D1-7FDDDA2E2811}"/>
                </a:ext>
              </a:extLst>
            </p:cNvPr>
            <p:cNvSpPr/>
            <p:nvPr/>
          </p:nvSpPr>
          <p:spPr>
            <a:xfrm>
              <a:off x="3591328" y="5661102"/>
              <a:ext cx="102537" cy="10253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V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B452AC04-57CC-C5F3-63AB-3BB223547ACA}"/>
                </a:ext>
              </a:extLst>
            </p:cNvPr>
            <p:cNvSpPr/>
            <p:nvPr/>
          </p:nvSpPr>
          <p:spPr>
            <a:xfrm>
              <a:off x="3738772" y="5661101"/>
              <a:ext cx="102537" cy="10253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V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784E3BE8-E0A5-DA33-83F9-C01D2D5858B2}"/>
                </a:ext>
              </a:extLst>
            </p:cNvPr>
            <p:cNvSpPr/>
            <p:nvPr/>
          </p:nvSpPr>
          <p:spPr>
            <a:xfrm>
              <a:off x="3370757" y="5646814"/>
              <a:ext cx="102537" cy="10253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K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72E6AC34-A00A-21B8-A6E4-D9B1A87006AC}"/>
                </a:ext>
              </a:extLst>
            </p:cNvPr>
            <p:cNvSpPr/>
            <p:nvPr/>
          </p:nvSpPr>
          <p:spPr>
            <a:xfrm>
              <a:off x="3473294" y="5646814"/>
              <a:ext cx="102537" cy="10253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K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E03F8DAD-ABE6-0082-ED90-93B1D16FAAD0}"/>
                </a:ext>
              </a:extLst>
            </p:cNvPr>
            <p:cNvSpPr/>
            <p:nvPr/>
          </p:nvSpPr>
          <p:spPr>
            <a:xfrm>
              <a:off x="3575831" y="5646814"/>
              <a:ext cx="102537" cy="10253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K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62F24216-8BE2-D959-0D77-7AE76DA0B4F5}"/>
                </a:ext>
              </a:extLst>
            </p:cNvPr>
            <p:cNvSpPr/>
            <p:nvPr/>
          </p:nvSpPr>
          <p:spPr>
            <a:xfrm>
              <a:off x="3723275" y="5646813"/>
              <a:ext cx="102537" cy="10253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K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2922A898-AA72-40CF-66A4-BD66C8C3BDCE}"/>
                  </a:ext>
                </a:extLst>
              </p:cNvPr>
              <p:cNvSpPr txBox="1"/>
              <p:nvPr/>
            </p:nvSpPr>
            <p:spPr>
              <a:xfrm>
                <a:off x="3711117" y="4659286"/>
                <a:ext cx="1148841" cy="255647"/>
              </a:xfrm>
              <a:prstGeom prst="rect">
                <a:avLst/>
              </a:prstGeom>
              <a:solidFill>
                <a:srgbClr val="FF0000">
                  <a:alpha val="8000"/>
                </a:srgbClr>
              </a:solidFill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𝑝𝑟𝑒𝑓𝑖𝑙𝑙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𝑝𝑟𝑒𝑓𝑖𝑙𝑙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</m:sub>
                          </m:sSub>
                        </m:den>
                      </m:f>
                      <m:r>
                        <a:rPr lang="en-US" sz="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𝑟𝑎𝑛𝑘</m:t>
                          </m:r>
                        </m:sub>
                      </m:sSub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2922A898-AA72-40CF-66A4-BD66C8C3B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117" y="4659286"/>
                <a:ext cx="1148841" cy="255647"/>
              </a:xfrm>
              <a:prstGeom prst="rect">
                <a:avLst/>
              </a:prstGeom>
              <a:blipFill>
                <a:blip r:embed="rId8"/>
                <a:stretch>
                  <a:fillRect l="-1053" b="-9091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C99CF00-0586-0B21-D20C-6F1DBA049FFF}"/>
              </a:ext>
            </a:extLst>
          </p:cNvPr>
          <p:cNvCxnSpPr>
            <a:cxnSpLocks/>
            <a:endCxn id="129" idx="3"/>
          </p:cNvCxnSpPr>
          <p:nvPr/>
        </p:nvCxnSpPr>
        <p:spPr>
          <a:xfrm flipH="1">
            <a:off x="4859958" y="4694630"/>
            <a:ext cx="784651" cy="924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9BC61611-AB59-4743-C559-E68A40EEB06F}"/>
              </a:ext>
            </a:extLst>
          </p:cNvPr>
          <p:cNvGrpSpPr/>
          <p:nvPr/>
        </p:nvGrpSpPr>
        <p:grpSpPr>
          <a:xfrm>
            <a:off x="5411513" y="4389735"/>
            <a:ext cx="455055" cy="102538"/>
            <a:chOff x="2709245" y="4998694"/>
            <a:chExt cx="455055" cy="102538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D24208BA-6C4D-59FB-2BB4-1B3DB1CEC684}"/>
                </a:ext>
              </a:extLst>
            </p:cNvPr>
            <p:cNvSpPr/>
            <p:nvPr/>
          </p:nvSpPr>
          <p:spPr>
            <a:xfrm>
              <a:off x="2709245" y="4998695"/>
              <a:ext cx="102537" cy="10253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B9C0B466-E7EF-1F49-15D2-6CBDBC9FCD18}"/>
                </a:ext>
              </a:extLst>
            </p:cNvPr>
            <p:cNvSpPr/>
            <p:nvPr/>
          </p:nvSpPr>
          <p:spPr>
            <a:xfrm>
              <a:off x="2811782" y="4998695"/>
              <a:ext cx="102537" cy="10253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2126FAFC-4969-7BED-A78E-E7945C206641}"/>
                </a:ext>
              </a:extLst>
            </p:cNvPr>
            <p:cNvSpPr/>
            <p:nvPr/>
          </p:nvSpPr>
          <p:spPr>
            <a:xfrm>
              <a:off x="2914319" y="4998695"/>
              <a:ext cx="102537" cy="10253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003E03C6-79DD-F508-EC73-D77AB7533578}"/>
                </a:ext>
              </a:extLst>
            </p:cNvPr>
            <p:cNvSpPr/>
            <p:nvPr/>
          </p:nvSpPr>
          <p:spPr>
            <a:xfrm>
              <a:off x="3061763" y="4998694"/>
              <a:ext cx="102537" cy="10253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P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0722392-E055-54F9-F194-E75E3430F757}"/>
                  </a:ext>
                </a:extLst>
              </p:cNvPr>
              <p:cNvSpPr txBox="1"/>
              <p:nvPr/>
            </p:nvSpPr>
            <p:spPr>
              <a:xfrm>
                <a:off x="3508049" y="4259894"/>
                <a:ext cx="1351909" cy="133050"/>
              </a:xfrm>
              <a:prstGeom prst="rect">
                <a:avLst/>
              </a:prstGeom>
              <a:solidFill>
                <a:srgbClr val="FF0000">
                  <a:alpha val="8000"/>
                </a:srgbClr>
              </a:solidFill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𝑝𝑟𝑒𝑓𝑖𝑙𝑙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</m:sub>
                      </m:sSub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0722392-E055-54F9-F194-E75E3430F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8049" y="4259894"/>
                <a:ext cx="1351909" cy="133050"/>
              </a:xfrm>
              <a:prstGeom prst="rect">
                <a:avLst/>
              </a:prstGeom>
              <a:blipFill>
                <a:blip r:embed="rId9"/>
                <a:stretch>
                  <a:fillRect l="-893" b="-16667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C6767CBD-3914-5929-C09F-24CABBD75626}"/>
              </a:ext>
            </a:extLst>
          </p:cNvPr>
          <p:cNvCxnSpPr>
            <a:cxnSpLocks/>
            <a:stCxn id="140" idx="1"/>
            <a:endCxn id="145" idx="3"/>
          </p:cNvCxnSpPr>
          <p:nvPr/>
        </p:nvCxnSpPr>
        <p:spPr>
          <a:xfrm flipH="1" flipV="1">
            <a:off x="4859958" y="4326419"/>
            <a:ext cx="551555" cy="1145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16ECDA7C-80D7-F82F-B967-6CF4EEC49C05}"/>
                  </a:ext>
                </a:extLst>
              </p:cNvPr>
              <p:cNvSpPr txBox="1"/>
              <p:nvPr/>
            </p:nvSpPr>
            <p:spPr>
              <a:xfrm>
                <a:off x="726326" y="5216619"/>
                <a:ext cx="4133632" cy="279115"/>
              </a:xfrm>
              <a:prstGeom prst="rect">
                <a:avLst/>
              </a:prstGeom>
              <a:solidFill>
                <a:srgbClr val="FF0000">
                  <a:alpha val="8000"/>
                </a:srgbClr>
              </a:solidFill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𝑝𝑟𝑒𝑓𝑖𝑙𝑙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sz="80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sz="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b>
                                    <m:sSubPr>
                                      <m:ctrlPr>
                                        <a:rPr lang="en-US" sz="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𝑟𝑎𝑛𝑘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2×</m:t>
                                  </m:r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b>
                                    <m:sSubPr>
                                      <m:ctrlPr>
                                        <a:rPr lang="en-US" sz="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𝑟𝑎𝑛𝑘</m:t>
                                      </m:r>
                                    </m:sub>
                                  </m:s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b>
                                    <m:sSubPr>
                                      <m:ctrlPr>
                                        <a:rPr lang="en-US" sz="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𝑚𝑜𝑑𝑒𝑙</m:t>
                                      </m:r>
                                    </m:sub>
                                  </m:s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p>
                                      <m:r>
                                        <a:rPr lang="en-US" sz="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𝑟𝑎𝑛𝑘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𝑟𝑎𝑛𝑘</m:t>
                                  </m:r>
                                </m:sub>
                              </m:sSub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𝐾𝑉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𝑟𝑎𝑛𝑘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0.75</m:t>
                              </m:r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𝑀𝐵𝑊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𝑟𝑎𝑛𝑘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16ECDA7C-80D7-F82F-B967-6CF4EEC4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326" y="5216619"/>
                <a:ext cx="4133632" cy="279115"/>
              </a:xfrm>
              <a:prstGeom prst="rect">
                <a:avLst/>
              </a:prstGeom>
              <a:blipFill>
                <a:blip r:embed="rId10"/>
                <a:stretch>
                  <a:fillRect b="-208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4B04701A-88A7-F727-7540-1E2263F2ED85}"/>
              </a:ext>
            </a:extLst>
          </p:cNvPr>
          <p:cNvCxnSpPr>
            <a:cxnSpLocks/>
            <a:stCxn id="344" idx="1"/>
            <a:endCxn id="150" idx="3"/>
          </p:cNvCxnSpPr>
          <p:nvPr/>
        </p:nvCxnSpPr>
        <p:spPr>
          <a:xfrm flipH="1">
            <a:off x="4859958" y="5147718"/>
            <a:ext cx="578920" cy="20845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70DF011D-038D-D45B-38F3-53CE45F800B6}"/>
                  </a:ext>
                </a:extLst>
              </p:cNvPr>
              <p:cNvSpPr txBox="1"/>
              <p:nvPr/>
            </p:nvSpPr>
            <p:spPr>
              <a:xfrm>
                <a:off x="7784553" y="5936991"/>
                <a:ext cx="3289660" cy="391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𝐾𝑉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h𝑎𝑛𝑑𝑜𝑓𝑓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𝑝𝑟𝑒𝑓𝑖𝑙𝑙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𝑑𝑒𝑐𝑜𝑑𝑒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70DF011D-038D-D45B-38F3-53CE45F80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553" y="5936991"/>
                <a:ext cx="3289660" cy="391582"/>
              </a:xfrm>
              <a:prstGeom prst="rect">
                <a:avLst/>
              </a:prstGeom>
              <a:blipFill>
                <a:blip r:embed="rId11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7DFD86B0-0E86-4E17-413C-60CF83E63768}"/>
              </a:ext>
            </a:extLst>
          </p:cNvPr>
          <p:cNvGrpSpPr/>
          <p:nvPr/>
        </p:nvGrpSpPr>
        <p:grpSpPr>
          <a:xfrm>
            <a:off x="8636938" y="4219644"/>
            <a:ext cx="455055" cy="102538"/>
            <a:chOff x="8636938" y="4530460"/>
            <a:chExt cx="455055" cy="102538"/>
          </a:xfrm>
        </p:grpSpPr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D16C6A25-6F42-7EA4-2C69-05BFC9A60EEE}"/>
                </a:ext>
              </a:extLst>
            </p:cNvPr>
            <p:cNvSpPr/>
            <p:nvPr/>
          </p:nvSpPr>
          <p:spPr>
            <a:xfrm>
              <a:off x="8636938" y="4530461"/>
              <a:ext cx="102537" cy="10253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F062F1B8-6CB4-7586-4463-A73AF262DF41}"/>
                </a:ext>
              </a:extLst>
            </p:cNvPr>
            <p:cNvSpPr/>
            <p:nvPr/>
          </p:nvSpPr>
          <p:spPr>
            <a:xfrm>
              <a:off x="8739475" y="4530461"/>
              <a:ext cx="102537" cy="10253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1077246C-E8CC-F5DD-1108-896C29BE26C6}"/>
                </a:ext>
              </a:extLst>
            </p:cNvPr>
            <p:cNvSpPr/>
            <p:nvPr/>
          </p:nvSpPr>
          <p:spPr>
            <a:xfrm>
              <a:off x="8842012" y="4530461"/>
              <a:ext cx="102537" cy="10253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E0DD3B60-BCAF-9D6B-1006-228C30EF3942}"/>
                </a:ext>
              </a:extLst>
            </p:cNvPr>
            <p:cNvSpPr/>
            <p:nvPr/>
          </p:nvSpPr>
          <p:spPr>
            <a:xfrm>
              <a:off x="8989456" y="4530460"/>
              <a:ext cx="102537" cy="10253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D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8F338C49-C99C-45CF-B8D1-49B49865C6CC}"/>
                  </a:ext>
                </a:extLst>
              </p:cNvPr>
              <p:cNvSpPr txBox="1"/>
              <p:nvPr/>
            </p:nvSpPr>
            <p:spPr>
              <a:xfrm>
                <a:off x="9699310" y="3932241"/>
                <a:ext cx="1180260" cy="123111"/>
              </a:xfrm>
              <a:prstGeom prst="rect">
                <a:avLst/>
              </a:prstGeom>
              <a:solidFill>
                <a:srgbClr val="0070C0">
                  <a:alpha val="8000"/>
                </a:srgbClr>
              </a:solidFill>
              <a:ln>
                <a:solidFill>
                  <a:srgbClr val="0070C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𝑑𝑒𝑐𝑜𝑑𝑒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</m:sub>
                      </m:sSub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8F338C49-C99C-45CF-B8D1-49B49865C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9310" y="3932241"/>
                <a:ext cx="1180260" cy="123111"/>
              </a:xfrm>
              <a:prstGeom prst="rect">
                <a:avLst/>
              </a:prstGeom>
              <a:blipFill>
                <a:blip r:embed="rId12"/>
                <a:stretch>
                  <a:fillRect l="-1020" b="-18182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C8924A70-C5C9-B798-7EAA-A355AA262F2E}"/>
              </a:ext>
            </a:extLst>
          </p:cNvPr>
          <p:cNvCxnSpPr>
            <a:cxnSpLocks/>
            <a:stCxn id="163" idx="3"/>
            <a:endCxn id="165" idx="1"/>
          </p:cNvCxnSpPr>
          <p:nvPr/>
        </p:nvCxnSpPr>
        <p:spPr>
          <a:xfrm flipV="1">
            <a:off x="9091993" y="3993797"/>
            <a:ext cx="607317" cy="2771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6" name="Table 175">
                <a:extLst>
                  <a:ext uri="{FF2B5EF4-FFF2-40B4-BE49-F238E27FC236}">
                    <a16:creationId xmlns:a16="http://schemas.microsoft.com/office/drawing/2014/main" id="{DBBD1635-AF6E-D76D-3B08-D424C89A04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3074042"/>
                  </p:ext>
                </p:extLst>
              </p:nvPr>
            </p:nvGraphicFramePr>
            <p:xfrm>
              <a:off x="9944109" y="695119"/>
              <a:ext cx="1988834" cy="22229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22430">
                      <a:extLst>
                        <a:ext uri="{9D8B030D-6E8A-4147-A177-3AD203B41FA5}">
                          <a16:colId xmlns:a16="http://schemas.microsoft.com/office/drawing/2014/main" val="1257277730"/>
                        </a:ext>
                      </a:extLst>
                    </a:gridCol>
                    <a:gridCol w="866404">
                      <a:extLst>
                        <a:ext uri="{9D8B030D-6E8A-4147-A177-3AD203B41FA5}">
                          <a16:colId xmlns:a16="http://schemas.microsoft.com/office/drawing/2014/main" val="3979101306"/>
                        </a:ext>
                      </a:extLst>
                    </a:gridCol>
                  </a:tblGrid>
                  <a:tr h="201789">
                    <a:tc>
                      <a:txBody>
                        <a:bodyPr/>
                        <a:lstStyle/>
                        <a:p>
                          <a:r>
                            <a:rPr lang="en-US" sz="700" dirty="0"/>
                            <a:t>Attribute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LLaMA-3.1-70B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250792"/>
                      </a:ext>
                    </a:extLst>
                  </a:tr>
                  <a:tr h="201789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oMath>
                          </a14:m>
                          <a:r>
                            <a:rPr lang="en-US" sz="800" dirty="0">
                              <a:solidFill>
                                <a:schemeClr val="tx1"/>
                              </a:solidFill>
                            </a:rPr>
                            <a:t> – total size of weights</a:t>
                          </a:r>
                          <a:endParaRPr lang="en-US" sz="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70,554,470,400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3872745"/>
                      </a:ext>
                    </a:extLst>
                  </a:tr>
                  <a:tr h="201789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oMath>
                          </a14:m>
                          <a:r>
                            <a:rPr lang="en-US" sz="800" dirty="0">
                              <a:solidFill>
                                <a:schemeClr val="tx1"/>
                              </a:solidFill>
                            </a:rPr>
                            <a:t> – number of transformer layers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80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0510932"/>
                      </a:ext>
                    </a:extLst>
                  </a:tr>
                  <a:tr h="201789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sz="800" dirty="0">
                              <a:solidFill>
                                <a:schemeClr val="tx1"/>
                              </a:solidFill>
                            </a:rPr>
                            <a:t> – bytes per element (2 for FP16, 1 for FP8)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4527576"/>
                      </a:ext>
                    </a:extLst>
                  </a:tr>
                  <a:tr h="201789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𝑘𝑣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800" dirty="0">
                              <a:solidFill>
                                <a:schemeClr val="tx1"/>
                              </a:solidFill>
                            </a:rPr>
                            <a:t> – number of KV heads (for GQA)</a:t>
                          </a:r>
                          <a:endParaRPr lang="en-US" sz="7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0259927"/>
                      </a:ext>
                    </a:extLst>
                  </a:tr>
                  <a:tr h="201789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800" dirty="0">
                              <a:solidFill>
                                <a:schemeClr val="tx1"/>
                              </a:solidFill>
                            </a:rPr>
                            <a:t> – number of Q heads (for GQA)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64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4554979"/>
                      </a:ext>
                    </a:extLst>
                  </a:tr>
                  <a:tr h="201789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𝑙𝑎𝑡𝑒𝑛𝑡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800" dirty="0">
                              <a:solidFill>
                                <a:schemeClr val="tx1"/>
                              </a:solidFill>
                            </a:rPr>
                            <a:t> – latent dimension (for MLA)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N/A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9538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6" name="Table 175">
                <a:extLst>
                  <a:ext uri="{FF2B5EF4-FFF2-40B4-BE49-F238E27FC236}">
                    <a16:creationId xmlns:a16="http://schemas.microsoft.com/office/drawing/2014/main" id="{DBBD1635-AF6E-D76D-3B08-D424C89A04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3074042"/>
                  </p:ext>
                </p:extLst>
              </p:nvPr>
            </p:nvGraphicFramePr>
            <p:xfrm>
              <a:off x="9944109" y="695119"/>
              <a:ext cx="1988834" cy="22229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22430">
                      <a:extLst>
                        <a:ext uri="{9D8B030D-6E8A-4147-A177-3AD203B41FA5}">
                          <a16:colId xmlns:a16="http://schemas.microsoft.com/office/drawing/2014/main" val="1257277730"/>
                        </a:ext>
                      </a:extLst>
                    </a:gridCol>
                    <a:gridCol w="866404">
                      <a:extLst>
                        <a:ext uri="{9D8B030D-6E8A-4147-A177-3AD203B41FA5}">
                          <a16:colId xmlns:a16="http://schemas.microsoft.com/office/drawing/2014/main" val="3979101306"/>
                        </a:ext>
                      </a:extLst>
                    </a:gridCol>
                  </a:tblGrid>
                  <a:tr h="201789">
                    <a:tc>
                      <a:txBody>
                        <a:bodyPr/>
                        <a:lstStyle/>
                        <a:p>
                          <a:r>
                            <a:rPr lang="en-US" sz="700" dirty="0"/>
                            <a:t>Attribute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LLaMA-3.1-70B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250792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3"/>
                          <a:stretch>
                            <a:fillRect l="-541" t="-63636" r="-78919" b="-51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70,554,470,400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387274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3"/>
                          <a:stretch>
                            <a:fillRect l="-541" t="-163636" r="-78919" b="-41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80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0510932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3"/>
                          <a:stretch>
                            <a:fillRect l="-541" t="-263636" r="-78919" b="-31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4527576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3"/>
                          <a:stretch>
                            <a:fillRect l="-541" t="-363636" r="-78919" b="-21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0259927"/>
                      </a:ext>
                    </a:extLst>
                  </a:tr>
                  <a:tr h="3448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3"/>
                          <a:stretch>
                            <a:fillRect l="-541" t="-447368" r="-78919" b="-10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64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455497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3"/>
                          <a:stretch>
                            <a:fillRect l="-541" t="-567273" r="-78919" b="-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N/A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95388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7" name="Table 176">
                <a:extLst>
                  <a:ext uri="{FF2B5EF4-FFF2-40B4-BE49-F238E27FC236}">
                    <a16:creationId xmlns:a16="http://schemas.microsoft.com/office/drawing/2014/main" id="{9E4A4088-C6D6-0681-E647-EF662B942A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9017854"/>
                  </p:ext>
                </p:extLst>
              </p:nvPr>
            </p:nvGraphicFramePr>
            <p:xfrm>
              <a:off x="147599" y="3560030"/>
              <a:ext cx="2978265" cy="12076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1719">
                      <a:extLst>
                        <a:ext uri="{9D8B030D-6E8A-4147-A177-3AD203B41FA5}">
                          <a16:colId xmlns:a16="http://schemas.microsoft.com/office/drawing/2014/main" val="1257277730"/>
                        </a:ext>
                      </a:extLst>
                    </a:gridCol>
                    <a:gridCol w="957641">
                      <a:extLst>
                        <a:ext uri="{9D8B030D-6E8A-4147-A177-3AD203B41FA5}">
                          <a16:colId xmlns:a16="http://schemas.microsoft.com/office/drawing/2014/main" val="3979101306"/>
                        </a:ext>
                      </a:extLst>
                    </a:gridCol>
                    <a:gridCol w="958905">
                      <a:extLst>
                        <a:ext uri="{9D8B030D-6E8A-4147-A177-3AD203B41FA5}">
                          <a16:colId xmlns:a16="http://schemas.microsoft.com/office/drawing/2014/main" val="1569618419"/>
                        </a:ext>
                      </a:extLst>
                    </a:gridCol>
                  </a:tblGrid>
                  <a:tr h="201789">
                    <a:tc>
                      <a:txBody>
                        <a:bodyPr/>
                        <a:lstStyle/>
                        <a:p>
                          <a:r>
                            <a:rPr lang="en-US" sz="700" dirty="0"/>
                            <a:t>GPU Attribute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RTX PRO 6000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H100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250792"/>
                      </a:ext>
                    </a:extLst>
                  </a:tr>
                  <a:tr h="201789">
                    <a:tc>
                      <a:txBody>
                        <a:bodyPr/>
                        <a:lstStyle/>
                        <a:p>
                          <a:r>
                            <a:rPr lang="en-US" sz="800" dirty="0">
                              <a:solidFill>
                                <a:schemeClr val="tx1"/>
                              </a:solidFill>
                            </a:rPr>
                            <a:t>VRAM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96,000,000,000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80,000,000,000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7107711"/>
                      </a:ext>
                    </a:extLst>
                  </a:tr>
                  <a:tr h="20178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r>
                            <a:rPr lang="en-US" sz="800" dirty="0">
                              <a:solidFill>
                                <a:schemeClr val="tx1"/>
                              </a:solidFill>
                            </a:rPr>
                            <a:t> – GPU FLOPS/sec (FP16 Tensor)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/>
                            <a:t>440,000,000,000,000</a:t>
                          </a:r>
                          <a:endParaRPr lang="en-US" sz="7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989,000,000,000,000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0259927"/>
                      </a:ext>
                    </a:extLst>
                  </a:tr>
                  <a:tr h="20178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800" i="1" smtClean="0">
                                  <a:latin typeface="Cambria Math" panose="02040503050406030204" pitchFamily="18" charset="0"/>
                                </a:rPr>
                                <m:t>𝑀𝐵𝑊</m:t>
                              </m:r>
                            </m:oMath>
                          </a14:m>
                          <a:r>
                            <a:rPr lang="en-US" sz="800" dirty="0">
                              <a:solidFill>
                                <a:schemeClr val="tx1"/>
                              </a:solidFill>
                            </a:rPr>
                            <a:t> – GPU VRAM bandwidth</a:t>
                          </a:r>
                        </a:p>
                        <a:p>
                          <a:endParaRPr lang="en-US" sz="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700" dirty="0"/>
                            <a:t>1,694,500,000,000</a:t>
                          </a:r>
                        </a:p>
                        <a:p>
                          <a:pPr algn="ctr"/>
                          <a:endParaRPr lang="en-US" sz="7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3,350,000,000,000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9538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7" name="Table 176">
                <a:extLst>
                  <a:ext uri="{FF2B5EF4-FFF2-40B4-BE49-F238E27FC236}">
                    <a16:creationId xmlns:a16="http://schemas.microsoft.com/office/drawing/2014/main" id="{9E4A4088-C6D6-0681-E647-EF662B942A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9017854"/>
                  </p:ext>
                </p:extLst>
              </p:nvPr>
            </p:nvGraphicFramePr>
            <p:xfrm>
              <a:off x="147599" y="3560030"/>
              <a:ext cx="2978265" cy="12076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1719">
                      <a:extLst>
                        <a:ext uri="{9D8B030D-6E8A-4147-A177-3AD203B41FA5}">
                          <a16:colId xmlns:a16="http://schemas.microsoft.com/office/drawing/2014/main" val="1257277730"/>
                        </a:ext>
                      </a:extLst>
                    </a:gridCol>
                    <a:gridCol w="957641">
                      <a:extLst>
                        <a:ext uri="{9D8B030D-6E8A-4147-A177-3AD203B41FA5}">
                          <a16:colId xmlns:a16="http://schemas.microsoft.com/office/drawing/2014/main" val="3979101306"/>
                        </a:ext>
                      </a:extLst>
                    </a:gridCol>
                    <a:gridCol w="958905">
                      <a:extLst>
                        <a:ext uri="{9D8B030D-6E8A-4147-A177-3AD203B41FA5}">
                          <a16:colId xmlns:a16="http://schemas.microsoft.com/office/drawing/2014/main" val="1569618419"/>
                        </a:ext>
                      </a:extLst>
                    </a:gridCol>
                  </a:tblGrid>
                  <a:tr h="201789">
                    <a:tc>
                      <a:txBody>
                        <a:bodyPr/>
                        <a:lstStyle/>
                        <a:p>
                          <a:r>
                            <a:rPr lang="en-US" sz="700" dirty="0"/>
                            <a:t>GPU Attribute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RTX PRO 6000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H100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250792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r>
                            <a:rPr lang="en-US" sz="800" dirty="0">
                              <a:solidFill>
                                <a:schemeClr val="tx1"/>
                              </a:solidFill>
                            </a:rPr>
                            <a:t>VRAM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96,000,000,000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80,000,000,000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710771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4"/>
                          <a:stretch>
                            <a:fillRect l="-575" t="-127273" r="-183333" b="-14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/>
                            <a:t>440,000,000,000,000</a:t>
                          </a:r>
                          <a:endParaRPr lang="en-US" sz="7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989,000,000,000,000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025992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4"/>
                          <a:stretch>
                            <a:fillRect l="-575" t="-164474" r="-183333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700" dirty="0"/>
                            <a:t>1,694,500,000,000</a:t>
                          </a:r>
                        </a:p>
                        <a:p>
                          <a:pPr algn="ctr"/>
                          <a:endParaRPr lang="en-US" sz="7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3,350,000,000,000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95388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7">
                <a:extLst>
                  <a:ext uri="{FF2B5EF4-FFF2-40B4-BE49-F238E27FC236}">
                    <a16:creationId xmlns:a16="http://schemas.microsoft.com/office/drawing/2014/main" id="{88094F37-8A7C-498A-5704-1267E669C9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2511809"/>
                  </p:ext>
                </p:extLst>
              </p:nvPr>
            </p:nvGraphicFramePr>
            <p:xfrm>
              <a:off x="147599" y="695119"/>
              <a:ext cx="3256122" cy="628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32266">
                      <a:extLst>
                        <a:ext uri="{9D8B030D-6E8A-4147-A177-3AD203B41FA5}">
                          <a16:colId xmlns:a16="http://schemas.microsoft.com/office/drawing/2014/main" val="1257277730"/>
                        </a:ext>
                      </a:extLst>
                    </a:gridCol>
                    <a:gridCol w="664466">
                      <a:extLst>
                        <a:ext uri="{9D8B030D-6E8A-4147-A177-3AD203B41FA5}">
                          <a16:colId xmlns:a16="http://schemas.microsoft.com/office/drawing/2014/main" val="3979101306"/>
                        </a:ext>
                      </a:extLst>
                    </a:gridCol>
                    <a:gridCol w="759390">
                      <a:extLst>
                        <a:ext uri="{9D8B030D-6E8A-4147-A177-3AD203B41FA5}">
                          <a16:colId xmlns:a16="http://schemas.microsoft.com/office/drawing/2014/main" val="1569618419"/>
                        </a:ext>
                      </a:extLst>
                    </a:gridCol>
                  </a:tblGrid>
                  <a:tr h="201789">
                    <a:tc>
                      <a:txBody>
                        <a:bodyPr/>
                        <a:lstStyle/>
                        <a:p>
                          <a:r>
                            <a:rPr lang="en-US" sz="700" dirty="0"/>
                            <a:t>Attribute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PCIe G5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Infiniband NDR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250792"/>
                      </a:ext>
                    </a:extLst>
                  </a:tr>
                  <a:tr h="201789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sz="800" dirty="0">
                              <a:solidFill>
                                <a:schemeClr val="tx1"/>
                              </a:solidFill>
                            </a:rPr>
                            <a:t> – comm channel bandwidth (GB/s)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55 –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45 - 48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3872745"/>
                      </a:ext>
                    </a:extLst>
                  </a:tr>
                  <a:tr h="201789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oMath>
                          </a14:m>
                          <a:r>
                            <a:rPr lang="en-US" sz="800" dirty="0">
                              <a:solidFill>
                                <a:schemeClr val="tx1"/>
                              </a:solidFill>
                            </a:rPr>
                            <a:t> – comm channel latency (µs)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10 – 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2 - 5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05109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7">
                <a:extLst>
                  <a:ext uri="{FF2B5EF4-FFF2-40B4-BE49-F238E27FC236}">
                    <a16:creationId xmlns:a16="http://schemas.microsoft.com/office/drawing/2014/main" id="{88094F37-8A7C-498A-5704-1267E669C9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2511809"/>
                  </p:ext>
                </p:extLst>
              </p:nvPr>
            </p:nvGraphicFramePr>
            <p:xfrm>
              <a:off x="147599" y="695119"/>
              <a:ext cx="3256122" cy="628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32266">
                      <a:extLst>
                        <a:ext uri="{9D8B030D-6E8A-4147-A177-3AD203B41FA5}">
                          <a16:colId xmlns:a16="http://schemas.microsoft.com/office/drawing/2014/main" val="1257277730"/>
                        </a:ext>
                      </a:extLst>
                    </a:gridCol>
                    <a:gridCol w="664466">
                      <a:extLst>
                        <a:ext uri="{9D8B030D-6E8A-4147-A177-3AD203B41FA5}">
                          <a16:colId xmlns:a16="http://schemas.microsoft.com/office/drawing/2014/main" val="3979101306"/>
                        </a:ext>
                      </a:extLst>
                    </a:gridCol>
                    <a:gridCol w="759390">
                      <a:extLst>
                        <a:ext uri="{9D8B030D-6E8A-4147-A177-3AD203B41FA5}">
                          <a16:colId xmlns:a16="http://schemas.microsoft.com/office/drawing/2014/main" val="1569618419"/>
                        </a:ext>
                      </a:extLst>
                    </a:gridCol>
                  </a:tblGrid>
                  <a:tr h="201789">
                    <a:tc>
                      <a:txBody>
                        <a:bodyPr/>
                        <a:lstStyle/>
                        <a:p>
                          <a:r>
                            <a:rPr lang="en-US" sz="700" dirty="0"/>
                            <a:t>Attribute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PCIe G5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Infiniband NDR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250792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5"/>
                          <a:stretch>
                            <a:fillRect l="-332" t="-97222" r="-79070" b="-1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55 –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45 - 48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3872745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5"/>
                          <a:stretch>
                            <a:fillRect l="-332" t="-202857" r="-79070" b="-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10 – 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2 - 5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051093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BEB9EA14-51FB-7111-786F-3A9878DC3E3D}"/>
                  </a:ext>
                </a:extLst>
              </p:cNvPr>
              <p:cNvSpPr txBox="1"/>
              <p:nvPr/>
            </p:nvSpPr>
            <p:spPr>
              <a:xfrm>
                <a:off x="8932437" y="6615665"/>
                <a:ext cx="1351909" cy="133050"/>
              </a:xfrm>
              <a:prstGeom prst="rect">
                <a:avLst/>
              </a:prstGeom>
              <a:solidFill>
                <a:srgbClr val="FF0000">
                  <a:alpha val="8000"/>
                </a:srgbClr>
              </a:solidFill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𝑝𝑟𝑒𝑓𝑖𝑙𝑙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</m:sub>
                      </m:sSub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BEB9EA14-51FB-7111-786F-3A9878DC3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2437" y="6615665"/>
                <a:ext cx="1351909" cy="133050"/>
              </a:xfrm>
              <a:prstGeom prst="rect">
                <a:avLst/>
              </a:prstGeom>
              <a:blipFill>
                <a:blip r:embed="rId16"/>
                <a:stretch>
                  <a:fillRect l="-893" b="-2083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7" name="TextBox 576">
                <a:extLst>
                  <a:ext uri="{FF2B5EF4-FFF2-40B4-BE49-F238E27FC236}">
                    <a16:creationId xmlns:a16="http://schemas.microsoft.com/office/drawing/2014/main" id="{D0111C38-C809-4002-BB5F-30624A434B14}"/>
                  </a:ext>
                </a:extLst>
              </p:cNvPr>
              <p:cNvSpPr txBox="1"/>
              <p:nvPr/>
            </p:nvSpPr>
            <p:spPr>
              <a:xfrm>
                <a:off x="6651764" y="6544557"/>
                <a:ext cx="2018951" cy="229615"/>
              </a:xfrm>
              <a:prstGeom prst="rect">
                <a:avLst/>
              </a:prstGeom>
              <a:solidFill>
                <a:srgbClr val="00B050">
                  <a:alpha val="8000"/>
                </a:srgbClr>
              </a:solidFill>
              <a:ln>
                <a:solidFill>
                  <a:srgbClr val="00B05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𝐾𝑉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h𝑎𝑛𝑑𝑜𝑓𝑓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2×</m:t>
                      </m:r>
                      <m:r>
                        <a:rPr lang="en-US" sz="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</m:sub>
                      </m:sSub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𝑟𝑎𝑛𝑘</m:t>
                              </m:r>
                            </m:sub>
                          </m:sSub>
                        </m:num>
                        <m:den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7" name="TextBox 576">
                <a:extLst>
                  <a:ext uri="{FF2B5EF4-FFF2-40B4-BE49-F238E27FC236}">
                    <a16:creationId xmlns:a16="http://schemas.microsoft.com/office/drawing/2014/main" id="{D0111C38-C809-4002-BB5F-30624A434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764" y="6544557"/>
                <a:ext cx="2018951" cy="229615"/>
              </a:xfrm>
              <a:prstGeom prst="rect">
                <a:avLst/>
              </a:prstGeom>
              <a:blipFill>
                <a:blip r:embed="rId17"/>
                <a:stretch>
                  <a:fillRect l="-601" t="-2564" b="-12821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0" name="TextBox 579">
                <a:extLst>
                  <a:ext uri="{FF2B5EF4-FFF2-40B4-BE49-F238E27FC236}">
                    <a16:creationId xmlns:a16="http://schemas.microsoft.com/office/drawing/2014/main" id="{08B29BCB-7357-C7B6-03C2-7FF2BA14DCC5}"/>
                  </a:ext>
                </a:extLst>
              </p:cNvPr>
              <p:cNvSpPr txBox="1"/>
              <p:nvPr/>
            </p:nvSpPr>
            <p:spPr>
              <a:xfrm>
                <a:off x="10567241" y="6597808"/>
                <a:ext cx="1180260" cy="123111"/>
              </a:xfrm>
              <a:prstGeom prst="rect">
                <a:avLst/>
              </a:prstGeom>
              <a:solidFill>
                <a:srgbClr val="0070C0">
                  <a:alpha val="8000"/>
                </a:srgbClr>
              </a:solidFill>
              <a:ln>
                <a:solidFill>
                  <a:srgbClr val="0070C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𝑑𝑒𝑐𝑜𝑑𝑒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𝑚𝑜𝑑𝑒𝑙</m:t>
                          </m:r>
                        </m:sub>
                      </m:sSub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0" name="TextBox 579">
                <a:extLst>
                  <a:ext uri="{FF2B5EF4-FFF2-40B4-BE49-F238E27FC236}">
                    <a16:creationId xmlns:a16="http://schemas.microsoft.com/office/drawing/2014/main" id="{08B29BCB-7357-C7B6-03C2-7FF2BA14D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7241" y="6597808"/>
                <a:ext cx="1180260" cy="123111"/>
              </a:xfrm>
              <a:prstGeom prst="rect">
                <a:avLst/>
              </a:prstGeom>
              <a:blipFill>
                <a:blip r:embed="rId18"/>
                <a:stretch>
                  <a:fillRect l="-1020" b="-13043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1" name="Left Brace 580">
            <a:extLst>
              <a:ext uri="{FF2B5EF4-FFF2-40B4-BE49-F238E27FC236}">
                <a16:creationId xmlns:a16="http://schemas.microsoft.com/office/drawing/2014/main" id="{EC581968-F999-FFB6-0E2F-E15BFABC9A62}"/>
              </a:ext>
            </a:extLst>
          </p:cNvPr>
          <p:cNvSpPr/>
          <p:nvPr/>
        </p:nvSpPr>
        <p:spPr>
          <a:xfrm rot="16200000">
            <a:off x="8211251" y="6032185"/>
            <a:ext cx="127335" cy="713876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2" name="Left Brace 581">
            <a:extLst>
              <a:ext uri="{FF2B5EF4-FFF2-40B4-BE49-F238E27FC236}">
                <a16:creationId xmlns:a16="http://schemas.microsoft.com/office/drawing/2014/main" id="{8477735E-E143-5C44-FCA4-6D5FBCA07DFF}"/>
              </a:ext>
            </a:extLst>
          </p:cNvPr>
          <p:cNvSpPr/>
          <p:nvPr/>
        </p:nvSpPr>
        <p:spPr>
          <a:xfrm rot="16200000">
            <a:off x="9348850" y="5879151"/>
            <a:ext cx="127335" cy="1019945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3" name="Left Brace 582">
            <a:extLst>
              <a:ext uri="{FF2B5EF4-FFF2-40B4-BE49-F238E27FC236}">
                <a16:creationId xmlns:a16="http://schemas.microsoft.com/office/drawing/2014/main" id="{F7A9C0CD-5630-E85F-9967-863F2E3D29D7}"/>
              </a:ext>
            </a:extLst>
          </p:cNvPr>
          <p:cNvSpPr/>
          <p:nvPr/>
        </p:nvSpPr>
        <p:spPr>
          <a:xfrm rot="16200000">
            <a:off x="10499860" y="6010694"/>
            <a:ext cx="127335" cy="751665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4" name="Straight Connector 583">
            <a:extLst>
              <a:ext uri="{FF2B5EF4-FFF2-40B4-BE49-F238E27FC236}">
                <a16:creationId xmlns:a16="http://schemas.microsoft.com/office/drawing/2014/main" id="{51E827D9-10BC-202D-598A-7C81AD2BD77B}"/>
              </a:ext>
            </a:extLst>
          </p:cNvPr>
          <p:cNvCxnSpPr>
            <a:cxnSpLocks/>
            <a:stCxn id="582" idx="1"/>
            <a:endCxn id="190" idx="0"/>
          </p:cNvCxnSpPr>
          <p:nvPr/>
        </p:nvCxnSpPr>
        <p:spPr>
          <a:xfrm>
            <a:off x="9412518" y="6452791"/>
            <a:ext cx="195874" cy="1628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Connector 586">
            <a:extLst>
              <a:ext uri="{FF2B5EF4-FFF2-40B4-BE49-F238E27FC236}">
                <a16:creationId xmlns:a16="http://schemas.microsoft.com/office/drawing/2014/main" id="{D845106C-32D4-B72A-F2CC-EBF11088B6E1}"/>
              </a:ext>
            </a:extLst>
          </p:cNvPr>
          <p:cNvCxnSpPr>
            <a:cxnSpLocks/>
            <a:stCxn id="583" idx="1"/>
            <a:endCxn id="580" idx="0"/>
          </p:cNvCxnSpPr>
          <p:nvPr/>
        </p:nvCxnSpPr>
        <p:spPr>
          <a:xfrm>
            <a:off x="10563528" y="6450194"/>
            <a:ext cx="593843" cy="1476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21118AE6-11BB-A70F-8305-087434896657}"/>
              </a:ext>
            </a:extLst>
          </p:cNvPr>
          <p:cNvCxnSpPr>
            <a:cxnSpLocks/>
            <a:stCxn id="581" idx="1"/>
            <a:endCxn id="577" idx="0"/>
          </p:cNvCxnSpPr>
          <p:nvPr/>
        </p:nvCxnSpPr>
        <p:spPr>
          <a:xfrm flipH="1">
            <a:off x="7661240" y="6452791"/>
            <a:ext cx="613679" cy="917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5" name="Speech Bubble: Rectangle with Corners Rounded 604">
                <a:extLst>
                  <a:ext uri="{FF2B5EF4-FFF2-40B4-BE49-F238E27FC236}">
                    <a16:creationId xmlns:a16="http://schemas.microsoft.com/office/drawing/2014/main" id="{0A98A41C-A6D0-F8F7-AE04-8DE329EF4026}"/>
                  </a:ext>
                </a:extLst>
              </p:cNvPr>
              <p:cNvSpPr/>
              <p:nvPr/>
            </p:nvSpPr>
            <p:spPr>
              <a:xfrm>
                <a:off x="3482532" y="2570767"/>
                <a:ext cx="1266222" cy="1330053"/>
              </a:xfrm>
              <a:prstGeom prst="wedgeRoundRectCallout">
                <a:avLst>
                  <a:gd name="adj1" fmla="val 21208"/>
                  <a:gd name="adj2" fmla="val 68397"/>
                  <a:gd name="adj3" fmla="val 16667"/>
                </a:avLst>
              </a:prstGeom>
              <a:solidFill>
                <a:srgbClr val="FFFC8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800" dirty="0">
                    <a:solidFill>
                      <a:schemeClr val="tx1"/>
                    </a:solidFill>
                  </a:rPr>
                  <a:t>Prefill chunking breaks </a:t>
                </a:r>
                <a:r>
                  <a:rPr lang="en-US" sz="800" dirty="0">
                    <a:solidFill>
                      <a:srgbClr val="FF0000"/>
                    </a:solidFill>
                  </a:rPr>
                  <a:t>T</a:t>
                </a:r>
                <a:r>
                  <a:rPr lang="en-US" sz="800" dirty="0">
                    <a:solidFill>
                      <a:schemeClr val="tx1"/>
                    </a:solidFill>
                  </a:rPr>
                  <a:t> up into </a:t>
                </a:r>
                <a:r>
                  <a:rPr lang="en-US" sz="800" b="1" dirty="0">
                    <a:solidFill>
                      <a:schemeClr val="tx1"/>
                    </a:solidFill>
                  </a:rPr>
                  <a:t>K</a:t>
                </a:r>
                <a:r>
                  <a:rPr lang="en-US" sz="800" dirty="0">
                    <a:solidFill>
                      <a:schemeClr val="tx1"/>
                    </a:solidFill>
                  </a:rPr>
                  <a:t> chunks of size M.  This allows the prefill process to overlap computation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𝑝𝑟𝑒𝑓𝑖𝑙𝑙</m:t>
                        </m:r>
                      </m:sub>
                    </m:sSub>
                  </m:oMath>
                </a14:m>
                <a:r>
                  <a:rPr lang="en-US" sz="800" dirty="0">
                    <a:solidFill>
                      <a:schemeClr val="tx1"/>
                    </a:solidFill>
                  </a:rPr>
                  <a:t> with transfer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𝑝𝑟𝑒𝑓𝑖𝑙𝑙</m:t>
                        </m:r>
                      </m:sub>
                    </m:sSub>
                  </m:oMath>
                </a14:m>
                <a:r>
                  <a:rPr lang="en-US" sz="800" dirty="0">
                    <a:solidFill>
                      <a:schemeClr val="tx1"/>
                    </a:solidFill>
                  </a:rPr>
                  <a:t> to optimize throughput (not latency).</a:t>
                </a:r>
              </a:p>
            </p:txBody>
          </p:sp>
        </mc:Choice>
        <mc:Fallback xmlns="">
          <p:sp>
            <p:nvSpPr>
              <p:cNvPr id="605" name="Speech Bubble: Rectangle with Corners Rounded 604">
                <a:extLst>
                  <a:ext uri="{FF2B5EF4-FFF2-40B4-BE49-F238E27FC236}">
                    <a16:creationId xmlns:a16="http://schemas.microsoft.com/office/drawing/2014/main" id="{0A98A41C-A6D0-F8F7-AE04-8DE329EF40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2532" y="2570767"/>
                <a:ext cx="1266222" cy="1330053"/>
              </a:xfrm>
              <a:prstGeom prst="wedgeRoundRectCallout">
                <a:avLst>
                  <a:gd name="adj1" fmla="val 21208"/>
                  <a:gd name="adj2" fmla="val 68397"/>
                  <a:gd name="adj3" fmla="val 16667"/>
                </a:avLst>
              </a:prstGeom>
              <a:blipFill>
                <a:blip r:embed="rId19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7" name="TextBox 606">
            <a:extLst>
              <a:ext uri="{FF2B5EF4-FFF2-40B4-BE49-F238E27FC236}">
                <a16:creationId xmlns:a16="http://schemas.microsoft.com/office/drawing/2014/main" id="{2262B193-4A24-62CB-A0ED-C5A896354E53}"/>
              </a:ext>
            </a:extLst>
          </p:cNvPr>
          <p:cNvSpPr txBox="1"/>
          <p:nvPr/>
        </p:nvSpPr>
        <p:spPr>
          <a:xfrm>
            <a:off x="6460424" y="6021359"/>
            <a:ext cx="12078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GQA Model Data Sizes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896BB5-A2BC-FFF9-F9E6-67FBFAB2A9FB}"/>
              </a:ext>
            </a:extLst>
          </p:cNvPr>
          <p:cNvSpPr txBox="1"/>
          <p:nvPr/>
        </p:nvSpPr>
        <p:spPr>
          <a:xfrm>
            <a:off x="3432349" y="4086503"/>
            <a:ext cx="11506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Activations volume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C1BE35-BE5A-FF8B-D38A-22EC51E921DA}"/>
              </a:ext>
            </a:extLst>
          </p:cNvPr>
          <p:cNvSpPr txBox="1"/>
          <p:nvPr/>
        </p:nvSpPr>
        <p:spPr>
          <a:xfrm>
            <a:off x="9640086" y="3714413"/>
            <a:ext cx="1249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Activations volume (T=1)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03CA70-42D2-3127-CD5D-899631956D3C}"/>
              </a:ext>
            </a:extLst>
          </p:cNvPr>
          <p:cNvSpPr txBox="1"/>
          <p:nvPr/>
        </p:nvSpPr>
        <p:spPr>
          <a:xfrm>
            <a:off x="6425653" y="4142008"/>
            <a:ext cx="9564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KV-cache volume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4D92DE-D2C7-FE4A-FA4A-2469ADBB4E50}"/>
              </a:ext>
            </a:extLst>
          </p:cNvPr>
          <p:cNvSpPr txBox="1"/>
          <p:nvPr/>
        </p:nvSpPr>
        <p:spPr>
          <a:xfrm>
            <a:off x="3617132" y="4484126"/>
            <a:ext cx="14870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Naïve latency (no contention):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55E81E-A41C-5439-AD0D-ADAF91F4C29D}"/>
              </a:ext>
            </a:extLst>
          </p:cNvPr>
          <p:cNvSpPr txBox="1"/>
          <p:nvPr/>
        </p:nvSpPr>
        <p:spPr>
          <a:xfrm>
            <a:off x="6588542" y="5369095"/>
            <a:ext cx="14870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Naïve latency (no contention):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2C19B5-7472-3DC4-38AC-8AA442012A9A}"/>
              </a:ext>
            </a:extLst>
          </p:cNvPr>
          <p:cNvSpPr txBox="1"/>
          <p:nvPr/>
        </p:nvSpPr>
        <p:spPr>
          <a:xfrm>
            <a:off x="9628042" y="4217482"/>
            <a:ext cx="14870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Naïve latency (no contention):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peech Bubble: Rectangle with Corners Rounded 9">
                <a:extLst>
                  <a:ext uri="{FF2B5EF4-FFF2-40B4-BE49-F238E27FC236}">
                    <a16:creationId xmlns:a16="http://schemas.microsoft.com/office/drawing/2014/main" id="{AC77674E-D691-A815-9FCD-A50EEB3425AA}"/>
                  </a:ext>
                </a:extLst>
              </p:cNvPr>
              <p:cNvSpPr/>
              <p:nvPr/>
            </p:nvSpPr>
            <p:spPr>
              <a:xfrm>
                <a:off x="1290392" y="5944693"/>
                <a:ext cx="2695561" cy="608031"/>
              </a:xfrm>
              <a:prstGeom prst="wedgeRoundRectCallout">
                <a:avLst>
                  <a:gd name="adj1" fmla="val 20637"/>
                  <a:gd name="adj2" fmla="val -72391"/>
                  <a:gd name="adj3" fmla="val 16667"/>
                </a:avLst>
              </a:prstGeom>
              <a:solidFill>
                <a:srgbClr val="FFFC8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800" dirty="0">
                    <a:solidFill>
                      <a:schemeClr val="tx1"/>
                    </a:solidFill>
                  </a:rPr>
                  <a:t>Observe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𝑝𝑟𝑒𝑓𝑖𝑙𝑙</m:t>
                        </m:r>
                      </m:sub>
                    </m:sSub>
                  </m:oMath>
                </a14:m>
                <a:r>
                  <a:rPr lang="en-US" sz="800" dirty="0">
                    <a:solidFill>
                      <a:schemeClr val="tx1"/>
                    </a:solidFill>
                  </a:rPr>
                  <a:t> is inversely proportional to </a:t>
                </a:r>
                <a14:m>
                  <m:oMath xmlns:m="http://schemas.openxmlformats.org/officeDocument/2006/math">
                    <m:r>
                      <a:rPr lang="en-US" sz="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8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𝑀𝐵𝑊</m:t>
                    </m:r>
                  </m:oMath>
                </a14:m>
                <a:r>
                  <a:rPr lang="en-US" sz="800" dirty="0">
                    <a:solidFill>
                      <a:schemeClr val="tx1"/>
                    </a:solidFill>
                  </a:rPr>
                  <a:t>.  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</a:rPr>
                  <a:t>For large T, consider using </a:t>
                </a:r>
                <a:r>
                  <a:rPr lang="en-US" sz="800" b="1" dirty="0" err="1">
                    <a:solidFill>
                      <a:schemeClr val="tx1"/>
                    </a:solidFill>
                  </a:rPr>
                  <a:t>SpecPrefill</a:t>
                </a:r>
                <a:r>
                  <a:rPr lang="en-US" sz="800" dirty="0">
                    <a:solidFill>
                      <a:schemeClr val="tx1"/>
                    </a:solidFill>
                  </a:rPr>
                  <a:t> with an RTX PRO 6000, which can process long prompts </a:t>
                </a:r>
                <a:r>
                  <a:rPr lang="en-US" sz="800" b="1" dirty="0">
                    <a:solidFill>
                      <a:schemeClr val="tx1"/>
                    </a:solidFill>
                  </a:rPr>
                  <a:t>5-7x faster</a:t>
                </a:r>
                <a:r>
                  <a:rPr lang="en-US" sz="8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10" name="Speech Bubble: Rectangle with Corners Rounded 9">
                <a:extLst>
                  <a:ext uri="{FF2B5EF4-FFF2-40B4-BE49-F238E27FC236}">
                    <a16:creationId xmlns:a16="http://schemas.microsoft.com/office/drawing/2014/main" id="{AC77674E-D691-A815-9FCD-A50EEB3425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392" y="5944693"/>
                <a:ext cx="2695561" cy="608031"/>
              </a:xfrm>
              <a:prstGeom prst="wedgeRoundRectCallout">
                <a:avLst>
                  <a:gd name="adj1" fmla="val 20637"/>
                  <a:gd name="adj2" fmla="val -72391"/>
                  <a:gd name="adj3" fmla="val 16667"/>
                </a:avLst>
              </a:prstGeom>
              <a:blipFill>
                <a:blip r:embed="rId20"/>
                <a:stretch>
                  <a:fillRect b="-3200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F3F2BB7-6BC1-6F4A-FABB-7B5F00DDA4C4}"/>
              </a:ext>
            </a:extLst>
          </p:cNvPr>
          <p:cNvCxnSpPr>
            <a:cxnSpLocks/>
          </p:cNvCxnSpPr>
          <p:nvPr/>
        </p:nvCxnSpPr>
        <p:spPr>
          <a:xfrm>
            <a:off x="2654710" y="5550562"/>
            <a:ext cx="545690" cy="2548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3BA55B8-7B5C-3B55-EF41-1B45756B432F}"/>
              </a:ext>
            </a:extLst>
          </p:cNvPr>
          <p:cNvCxnSpPr/>
          <p:nvPr/>
        </p:nvCxnSpPr>
        <p:spPr>
          <a:xfrm flipV="1">
            <a:off x="3200400" y="5550562"/>
            <a:ext cx="1160233" cy="2548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6260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C6676-F6D4-8655-EA34-1ABD7A9D5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3AAEAE0-96CE-15F9-8598-76EACD47916F}"/>
              </a:ext>
            </a:extLst>
          </p:cNvPr>
          <p:cNvSpPr txBox="1"/>
          <p:nvPr/>
        </p:nvSpPr>
        <p:spPr>
          <a:xfrm>
            <a:off x="1858465" y="992320"/>
            <a:ext cx="51648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>
                <a:solidFill>
                  <a:srgbClr val="FF0000"/>
                </a:solidFill>
              </a:rPr>
              <a:t>Prefill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8E25F34-F84A-FFC5-D4D9-B37A1C9F04DB}"/>
              </a:ext>
            </a:extLst>
          </p:cNvPr>
          <p:cNvSpPr/>
          <p:nvPr/>
        </p:nvSpPr>
        <p:spPr>
          <a:xfrm>
            <a:off x="1787625" y="1242030"/>
            <a:ext cx="669304" cy="4747158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7972B03-8C69-F586-0C55-C962B201AA48}"/>
              </a:ext>
            </a:extLst>
          </p:cNvPr>
          <p:cNvGrpSpPr>
            <a:grpSpLocks noChangeAspect="1"/>
          </p:cNvGrpSpPr>
          <p:nvPr/>
        </p:nvGrpSpPr>
        <p:grpSpPr>
          <a:xfrm>
            <a:off x="1916546" y="5515675"/>
            <a:ext cx="411851" cy="351150"/>
            <a:chOff x="3251348" y="1795096"/>
            <a:chExt cx="3827633" cy="326351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BC439EA-3D31-8268-5594-42FC4082677A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3D782C3-D02E-4C5C-53D7-7E6B631E509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E1FBE71-F722-3451-CB1E-E6354B4DDB81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CD78C5F1-1D9A-7BF3-5926-ABFD40DF85B9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530" name="Rectangle: Rounded Corners 529">
                <a:extLst>
                  <a:ext uri="{FF2B5EF4-FFF2-40B4-BE49-F238E27FC236}">
                    <a16:creationId xmlns:a16="http://schemas.microsoft.com/office/drawing/2014/main" id="{2762FAF7-48AC-9ECB-7D7E-E12BA0E51C89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3" name="Rectangle: Rounded Corners 552">
                <a:extLst>
                  <a:ext uri="{FF2B5EF4-FFF2-40B4-BE49-F238E27FC236}">
                    <a16:creationId xmlns:a16="http://schemas.microsoft.com/office/drawing/2014/main" id="{828C3D71-4019-AC23-B86D-88351A3A2BB9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4" name="Rectangle: Rounded Corners 563">
                <a:extLst>
                  <a:ext uri="{FF2B5EF4-FFF2-40B4-BE49-F238E27FC236}">
                    <a16:creationId xmlns:a16="http://schemas.microsoft.com/office/drawing/2014/main" id="{A5958509-170E-0615-6763-8D6CF9DB3FA8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3" name="Rectangle: Rounded Corners 572">
                <a:extLst>
                  <a:ext uri="{FF2B5EF4-FFF2-40B4-BE49-F238E27FC236}">
                    <a16:creationId xmlns:a16="http://schemas.microsoft.com/office/drawing/2014/main" id="{53772376-980D-63CF-6D9A-08CF3500C1AB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41D97AFD-FB8E-4EF5-BAF9-CFD53D353AC8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529AF290-35E9-120B-493B-CDC87F33043E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46092F5C-2A62-D16C-01AF-FE82301909AD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FB215947-C17D-09BE-78CF-BE29B49B85D3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20CEECFF-99BB-4900-9B9B-27ACDA3BFED9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8605B2CF-6997-FB14-7E23-EEBB0FCFCBCA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: Rounded Corners 79">
                  <a:extLst>
                    <a:ext uri="{FF2B5EF4-FFF2-40B4-BE49-F238E27FC236}">
                      <a16:creationId xmlns:a16="http://schemas.microsoft.com/office/drawing/2014/main" id="{B602F65F-99D7-CCD8-6457-86E4FC297E9F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C8C6D8EF-12EC-0377-5427-5BE1C2748451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578B7D3D-C6E4-C9A8-A12C-EDF8BB79704F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2BD6090D-5136-57D6-BBA7-DD6648DB1FEC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75" name="Rectangle: Rounded Corners 74">
                  <a:extLst>
                    <a:ext uri="{FF2B5EF4-FFF2-40B4-BE49-F238E27FC236}">
                      <a16:creationId xmlns:a16="http://schemas.microsoft.com/office/drawing/2014/main" id="{91B9CC00-6416-DAE1-CD78-2801298B7C88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Rectangle: Rounded Corners 75">
                  <a:extLst>
                    <a:ext uri="{FF2B5EF4-FFF2-40B4-BE49-F238E27FC236}">
                      <a16:creationId xmlns:a16="http://schemas.microsoft.com/office/drawing/2014/main" id="{3557D4F5-1594-63FB-A17D-C881FFEEB170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Rectangle: Rounded Corners 76">
                  <a:extLst>
                    <a:ext uri="{FF2B5EF4-FFF2-40B4-BE49-F238E27FC236}">
                      <a16:creationId xmlns:a16="http://schemas.microsoft.com/office/drawing/2014/main" id="{49CDA697-F561-443B-17FF-95739AF234DB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BBDCA7B3-F671-BEA7-DBE2-7746AABE6F12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815F3B3-67C6-4406-8313-EFC9E3A3458A}"/>
              </a:ext>
            </a:extLst>
          </p:cNvPr>
          <p:cNvGrpSpPr>
            <a:grpSpLocks noChangeAspect="1"/>
          </p:cNvGrpSpPr>
          <p:nvPr/>
        </p:nvGrpSpPr>
        <p:grpSpPr>
          <a:xfrm>
            <a:off x="1916546" y="4140505"/>
            <a:ext cx="411851" cy="351150"/>
            <a:chOff x="3251348" y="1795096"/>
            <a:chExt cx="3827633" cy="3263516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DB341781-3409-DF91-8A61-46A1B72FABDC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D98A84DD-F95A-FDD8-EC6A-BAE9D52B18B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D19BF8B5-AE08-5C4D-4279-B2BACD869185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875C9EAC-613E-3794-3C70-6040469A36B4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FBB4F8B9-D1A4-9B59-BDA7-6FBB35E75320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4F093DBF-9BF8-A75A-FD49-41FC6C08BFC3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: Rounded Corners 89">
                <a:extLst>
                  <a:ext uri="{FF2B5EF4-FFF2-40B4-BE49-F238E27FC236}">
                    <a16:creationId xmlns:a16="http://schemas.microsoft.com/office/drawing/2014/main" id="{330B77A5-09D5-48D9-D206-08A73BDAB3C7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Rectangle: Rounded Corners 135">
                <a:extLst>
                  <a:ext uri="{FF2B5EF4-FFF2-40B4-BE49-F238E27FC236}">
                    <a16:creationId xmlns:a16="http://schemas.microsoft.com/office/drawing/2014/main" id="{52CB1147-1EE4-B7B9-B79A-5733B1C3136E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Rectangle: Rounded Corners 136">
                <a:extLst>
                  <a:ext uri="{FF2B5EF4-FFF2-40B4-BE49-F238E27FC236}">
                    <a16:creationId xmlns:a16="http://schemas.microsoft.com/office/drawing/2014/main" id="{7DAB660B-6C84-7310-ADF1-4843E28A1DE7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Rectangle: Rounded Corners 137">
                <a:extLst>
                  <a:ext uri="{FF2B5EF4-FFF2-40B4-BE49-F238E27FC236}">
                    <a16:creationId xmlns:a16="http://schemas.microsoft.com/office/drawing/2014/main" id="{B6F12C58-3060-B6DD-21F8-861E0A6A6358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Rectangle: Rounded Corners 138">
                <a:extLst>
                  <a:ext uri="{FF2B5EF4-FFF2-40B4-BE49-F238E27FC236}">
                    <a16:creationId xmlns:a16="http://schemas.microsoft.com/office/drawing/2014/main" id="{6E7FC5A0-2DDD-3A4C-350F-E6424A5070E3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Rectangle: Rounded Corners 139">
                <a:extLst>
                  <a:ext uri="{FF2B5EF4-FFF2-40B4-BE49-F238E27FC236}">
                    <a16:creationId xmlns:a16="http://schemas.microsoft.com/office/drawing/2014/main" id="{80701DCA-C499-9D76-3668-1951D3A4FD92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50A47139-487A-4B94-7AFE-85454C25484C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47" name="Rectangle: Rounded Corners 146">
                  <a:extLst>
                    <a:ext uri="{FF2B5EF4-FFF2-40B4-BE49-F238E27FC236}">
                      <a16:creationId xmlns:a16="http://schemas.microsoft.com/office/drawing/2014/main" id="{4B3ADE25-6C8D-E98A-149B-EBA5211DE9F0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Rectangle: Rounded Corners 147">
                  <a:extLst>
                    <a:ext uri="{FF2B5EF4-FFF2-40B4-BE49-F238E27FC236}">
                      <a16:creationId xmlns:a16="http://schemas.microsoft.com/office/drawing/2014/main" id="{47DB1BAC-D149-EFFD-E577-495BB3EBFC76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Rectangle: Rounded Corners 148">
                  <a:extLst>
                    <a:ext uri="{FF2B5EF4-FFF2-40B4-BE49-F238E27FC236}">
                      <a16:creationId xmlns:a16="http://schemas.microsoft.com/office/drawing/2014/main" id="{F947FD61-DB30-0823-9DCA-07FA106182FD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Rectangle: Rounded Corners 149">
                  <a:extLst>
                    <a:ext uri="{FF2B5EF4-FFF2-40B4-BE49-F238E27FC236}">
                      <a16:creationId xmlns:a16="http://schemas.microsoft.com/office/drawing/2014/main" id="{D3DE260C-98FC-ACE9-4D6C-A20C955624E7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93B22072-43DD-7718-7B3B-D2791F896069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43" name="Rectangle: Rounded Corners 142">
                  <a:extLst>
                    <a:ext uri="{FF2B5EF4-FFF2-40B4-BE49-F238E27FC236}">
                      <a16:creationId xmlns:a16="http://schemas.microsoft.com/office/drawing/2014/main" id="{2E55E8FD-5636-8673-4F50-12AFF5C46ABF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Rectangle: Rounded Corners 143">
                  <a:extLst>
                    <a:ext uri="{FF2B5EF4-FFF2-40B4-BE49-F238E27FC236}">
                      <a16:creationId xmlns:a16="http://schemas.microsoft.com/office/drawing/2014/main" id="{4D1683D9-B67F-4CC2-7034-F8C817D894E1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Rectangle: Rounded Corners 144">
                  <a:extLst>
                    <a:ext uri="{FF2B5EF4-FFF2-40B4-BE49-F238E27FC236}">
                      <a16:creationId xmlns:a16="http://schemas.microsoft.com/office/drawing/2014/main" id="{3C290EE6-DAFA-76F2-AAB0-B8150D0C75E9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" name="Rectangle: Rounded Corners 145">
                  <a:extLst>
                    <a:ext uri="{FF2B5EF4-FFF2-40B4-BE49-F238E27FC236}">
                      <a16:creationId xmlns:a16="http://schemas.microsoft.com/office/drawing/2014/main" id="{0402F4BC-ADD6-41AA-9E76-E96D0933B1F7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D44EB66D-69B7-0810-5168-05C1334FA5F7}"/>
              </a:ext>
            </a:extLst>
          </p:cNvPr>
          <p:cNvGrpSpPr>
            <a:grpSpLocks noChangeAspect="1"/>
          </p:cNvGrpSpPr>
          <p:nvPr/>
        </p:nvGrpSpPr>
        <p:grpSpPr>
          <a:xfrm>
            <a:off x="1916546" y="2765334"/>
            <a:ext cx="411851" cy="351150"/>
            <a:chOff x="3251348" y="1795096"/>
            <a:chExt cx="3827633" cy="3263516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A35EFFBD-1A4C-1922-0F02-CD0F8A4A27E7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CEDAF648-9EFB-2DD4-11D4-957DB337794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8DA6940-0CE6-E8A9-CADE-FF8F64E002E2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21438FAF-79E7-9AB3-DEC3-84887B8637CB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56" name="Rectangle: Rounded Corners 155">
                <a:extLst>
                  <a:ext uri="{FF2B5EF4-FFF2-40B4-BE49-F238E27FC236}">
                    <a16:creationId xmlns:a16="http://schemas.microsoft.com/office/drawing/2014/main" id="{16DAA75B-1A7E-1E5B-3166-323D5D78D0EA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Rectangle: Rounded Corners 156">
                <a:extLst>
                  <a:ext uri="{FF2B5EF4-FFF2-40B4-BE49-F238E27FC236}">
                    <a16:creationId xmlns:a16="http://schemas.microsoft.com/office/drawing/2014/main" id="{5A3F0495-5681-FAB2-69D0-B3DF3E260707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tangle: Rounded Corners 157">
                <a:extLst>
                  <a:ext uri="{FF2B5EF4-FFF2-40B4-BE49-F238E27FC236}">
                    <a16:creationId xmlns:a16="http://schemas.microsoft.com/office/drawing/2014/main" id="{DC77CCD7-977A-A4AC-2890-6639BFDE9908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: Rounded Corners 158">
                <a:extLst>
                  <a:ext uri="{FF2B5EF4-FFF2-40B4-BE49-F238E27FC236}">
                    <a16:creationId xmlns:a16="http://schemas.microsoft.com/office/drawing/2014/main" id="{9FBA1335-AED2-9352-4437-3CDF7503DF7D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: Rounded Corners 159">
                <a:extLst>
                  <a:ext uri="{FF2B5EF4-FFF2-40B4-BE49-F238E27FC236}">
                    <a16:creationId xmlns:a16="http://schemas.microsoft.com/office/drawing/2014/main" id="{38D82088-3006-FEA5-B3F5-5199F34EC7E7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: Rounded Corners 160">
                <a:extLst>
                  <a:ext uri="{FF2B5EF4-FFF2-40B4-BE49-F238E27FC236}">
                    <a16:creationId xmlns:a16="http://schemas.microsoft.com/office/drawing/2014/main" id="{A2E06B8E-E6D1-B51F-FB17-22A139AF8A8A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Rectangle: Rounded Corners 161">
                <a:extLst>
                  <a:ext uri="{FF2B5EF4-FFF2-40B4-BE49-F238E27FC236}">
                    <a16:creationId xmlns:a16="http://schemas.microsoft.com/office/drawing/2014/main" id="{68D6EE7B-6BB9-39A9-038F-B7B7A812FB88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tangle: Rounded Corners 162">
                <a:extLst>
                  <a:ext uri="{FF2B5EF4-FFF2-40B4-BE49-F238E27FC236}">
                    <a16:creationId xmlns:a16="http://schemas.microsoft.com/office/drawing/2014/main" id="{8B14D8BF-4EBD-D1C6-47A1-BAC0121357BB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3A45F85E-E8B8-05D2-3FB2-BD2115C01720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70" name="Rectangle: Rounded Corners 169">
                  <a:extLst>
                    <a:ext uri="{FF2B5EF4-FFF2-40B4-BE49-F238E27FC236}">
                      <a16:creationId xmlns:a16="http://schemas.microsoft.com/office/drawing/2014/main" id="{9307E63E-DE17-1FCB-2EA4-28A585F936F3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Rectangle: Rounded Corners 170">
                  <a:extLst>
                    <a:ext uri="{FF2B5EF4-FFF2-40B4-BE49-F238E27FC236}">
                      <a16:creationId xmlns:a16="http://schemas.microsoft.com/office/drawing/2014/main" id="{FF8773C8-2304-B14A-927A-91183DCF7BD2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Rectangle: Rounded Corners 171">
                  <a:extLst>
                    <a:ext uri="{FF2B5EF4-FFF2-40B4-BE49-F238E27FC236}">
                      <a16:creationId xmlns:a16="http://schemas.microsoft.com/office/drawing/2014/main" id="{33CC8F5B-61EF-31B0-C188-D87CA5B46373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Rectangle: Rounded Corners 172">
                  <a:extLst>
                    <a:ext uri="{FF2B5EF4-FFF2-40B4-BE49-F238E27FC236}">
                      <a16:creationId xmlns:a16="http://schemas.microsoft.com/office/drawing/2014/main" id="{8162A2BC-E9E5-2AC2-B164-35699F5CB508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741C4F6C-1C6E-AC62-AC20-0A83FA1EDB2D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66" name="Rectangle: Rounded Corners 165">
                  <a:extLst>
                    <a:ext uri="{FF2B5EF4-FFF2-40B4-BE49-F238E27FC236}">
                      <a16:creationId xmlns:a16="http://schemas.microsoft.com/office/drawing/2014/main" id="{EFB9ACB4-CB5B-9F86-67D6-FDFE9CA808A2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" name="Rectangle: Rounded Corners 166">
                  <a:extLst>
                    <a:ext uri="{FF2B5EF4-FFF2-40B4-BE49-F238E27FC236}">
                      <a16:creationId xmlns:a16="http://schemas.microsoft.com/office/drawing/2014/main" id="{754B9579-5496-6C83-1975-404E0D11B31C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" name="Rectangle: Rounded Corners 167">
                  <a:extLst>
                    <a:ext uri="{FF2B5EF4-FFF2-40B4-BE49-F238E27FC236}">
                      <a16:creationId xmlns:a16="http://schemas.microsoft.com/office/drawing/2014/main" id="{187C24C1-417C-0A22-47A4-206A411CC5A1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" name="Rectangle: Rounded Corners 168">
                  <a:extLst>
                    <a:ext uri="{FF2B5EF4-FFF2-40B4-BE49-F238E27FC236}">
                      <a16:creationId xmlns:a16="http://schemas.microsoft.com/office/drawing/2014/main" id="{B1C8559B-F028-2554-8C65-96EF7F60F5F6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405ADFD8-D3AB-43F2-D1DC-1C15B61F603C}"/>
              </a:ext>
            </a:extLst>
          </p:cNvPr>
          <p:cNvGrpSpPr>
            <a:grpSpLocks noChangeAspect="1"/>
          </p:cNvGrpSpPr>
          <p:nvPr/>
        </p:nvGrpSpPr>
        <p:grpSpPr>
          <a:xfrm>
            <a:off x="1916546" y="1390163"/>
            <a:ext cx="411851" cy="351150"/>
            <a:chOff x="3251348" y="1795096"/>
            <a:chExt cx="3827633" cy="3263516"/>
          </a:xfrm>
        </p:grpSpPr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1410AC14-A47C-492B-704E-F237674EB8D4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BCA92579-86A4-F354-67EA-678505F44A9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553BE14B-CA4B-ECD0-0E6A-179500335A3A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BDF96B37-9D7C-7399-586D-CDA803DD48AF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79" name="Rectangle: Rounded Corners 178">
                <a:extLst>
                  <a:ext uri="{FF2B5EF4-FFF2-40B4-BE49-F238E27FC236}">
                    <a16:creationId xmlns:a16="http://schemas.microsoft.com/office/drawing/2014/main" id="{8B288919-FFFD-3F15-0B33-D9FD58599A77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Rectangle: Rounded Corners 179">
                <a:extLst>
                  <a:ext uri="{FF2B5EF4-FFF2-40B4-BE49-F238E27FC236}">
                    <a16:creationId xmlns:a16="http://schemas.microsoft.com/office/drawing/2014/main" id="{34BF0D16-15DD-21D0-65EA-BE126DBBE62A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Rectangle: Rounded Corners 180">
                <a:extLst>
                  <a:ext uri="{FF2B5EF4-FFF2-40B4-BE49-F238E27FC236}">
                    <a16:creationId xmlns:a16="http://schemas.microsoft.com/office/drawing/2014/main" id="{12C7D10F-740B-08FD-456E-4D3939A27729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Rectangle: Rounded Corners 181">
                <a:extLst>
                  <a:ext uri="{FF2B5EF4-FFF2-40B4-BE49-F238E27FC236}">
                    <a16:creationId xmlns:a16="http://schemas.microsoft.com/office/drawing/2014/main" id="{B0B12646-FA28-E37A-5A70-E26FC9CB7E49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Rectangle: Rounded Corners 182">
                <a:extLst>
                  <a:ext uri="{FF2B5EF4-FFF2-40B4-BE49-F238E27FC236}">
                    <a16:creationId xmlns:a16="http://schemas.microsoft.com/office/drawing/2014/main" id="{6504FFBD-AFB3-E080-45AB-00696150EDFB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ectangle: Rounded Corners 183">
                <a:extLst>
                  <a:ext uri="{FF2B5EF4-FFF2-40B4-BE49-F238E27FC236}">
                    <a16:creationId xmlns:a16="http://schemas.microsoft.com/office/drawing/2014/main" id="{E44CFEC2-20BD-601B-C546-9DC784CB499A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ectangle: Rounded Corners 184">
                <a:extLst>
                  <a:ext uri="{FF2B5EF4-FFF2-40B4-BE49-F238E27FC236}">
                    <a16:creationId xmlns:a16="http://schemas.microsoft.com/office/drawing/2014/main" id="{25F078FC-7152-43CB-CD28-3249790E7305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3" name="Rectangle: Rounded Corners 232">
                <a:extLst>
                  <a:ext uri="{FF2B5EF4-FFF2-40B4-BE49-F238E27FC236}">
                    <a16:creationId xmlns:a16="http://schemas.microsoft.com/office/drawing/2014/main" id="{1C1C91E8-E6F3-5C9D-915D-545C5BC03E02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34" name="Group 233">
                <a:extLst>
                  <a:ext uri="{FF2B5EF4-FFF2-40B4-BE49-F238E27FC236}">
                    <a16:creationId xmlns:a16="http://schemas.microsoft.com/office/drawing/2014/main" id="{52EE8BA3-21F1-A913-D4F5-DB947C5E2313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240" name="Rectangle: Rounded Corners 239">
                  <a:extLst>
                    <a:ext uri="{FF2B5EF4-FFF2-40B4-BE49-F238E27FC236}">
                      <a16:creationId xmlns:a16="http://schemas.microsoft.com/office/drawing/2014/main" id="{774230F9-1BDB-C3BB-E23F-93E7D67B0A21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1" name="Rectangle: Rounded Corners 240">
                  <a:extLst>
                    <a:ext uri="{FF2B5EF4-FFF2-40B4-BE49-F238E27FC236}">
                      <a16:creationId xmlns:a16="http://schemas.microsoft.com/office/drawing/2014/main" id="{9B1507DB-A68F-51C3-6900-624780BA167B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2" name="Rectangle: Rounded Corners 241">
                  <a:extLst>
                    <a:ext uri="{FF2B5EF4-FFF2-40B4-BE49-F238E27FC236}">
                      <a16:creationId xmlns:a16="http://schemas.microsoft.com/office/drawing/2014/main" id="{4BE3193C-63FA-DB26-D970-7E54C85640F3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3" name="Rectangle: Rounded Corners 242">
                  <a:extLst>
                    <a:ext uri="{FF2B5EF4-FFF2-40B4-BE49-F238E27FC236}">
                      <a16:creationId xmlns:a16="http://schemas.microsoft.com/office/drawing/2014/main" id="{12D31643-4120-50C8-8691-D6FA65F974B3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5" name="Group 234">
                <a:extLst>
                  <a:ext uri="{FF2B5EF4-FFF2-40B4-BE49-F238E27FC236}">
                    <a16:creationId xmlns:a16="http://schemas.microsoft.com/office/drawing/2014/main" id="{3B9B0CA1-EBA6-82B8-CAD6-DFC42F4F50DC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236" name="Rectangle: Rounded Corners 235">
                  <a:extLst>
                    <a:ext uri="{FF2B5EF4-FFF2-40B4-BE49-F238E27FC236}">
                      <a16:creationId xmlns:a16="http://schemas.microsoft.com/office/drawing/2014/main" id="{F142837E-8A39-32A1-AB85-782888D6C989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7" name="Rectangle: Rounded Corners 236">
                  <a:extLst>
                    <a:ext uri="{FF2B5EF4-FFF2-40B4-BE49-F238E27FC236}">
                      <a16:creationId xmlns:a16="http://schemas.microsoft.com/office/drawing/2014/main" id="{9DDB57F6-F582-B695-78A2-DB4858DAF55D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8" name="Rectangle: Rounded Corners 237">
                  <a:extLst>
                    <a:ext uri="{FF2B5EF4-FFF2-40B4-BE49-F238E27FC236}">
                      <a16:creationId xmlns:a16="http://schemas.microsoft.com/office/drawing/2014/main" id="{97B866AF-8965-D8E3-E3F7-B6451CB4B90E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9" name="Rectangle: Rounded Corners 238">
                  <a:extLst>
                    <a:ext uri="{FF2B5EF4-FFF2-40B4-BE49-F238E27FC236}">
                      <a16:creationId xmlns:a16="http://schemas.microsoft.com/office/drawing/2014/main" id="{E0DF1EBC-68D8-A5AD-5F73-0986D49D3111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887" name="Rectangle 886">
            <a:extLst>
              <a:ext uri="{FF2B5EF4-FFF2-40B4-BE49-F238E27FC236}">
                <a16:creationId xmlns:a16="http://schemas.microsoft.com/office/drawing/2014/main" id="{771A35D0-A313-5BC6-EF57-ADDB1C27150F}"/>
              </a:ext>
            </a:extLst>
          </p:cNvPr>
          <p:cNvSpPr/>
          <p:nvPr/>
        </p:nvSpPr>
        <p:spPr>
          <a:xfrm rot="5400000">
            <a:off x="345480" y="2036003"/>
            <a:ext cx="5628724" cy="32225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6" name="TextBox 1485">
            <a:extLst>
              <a:ext uri="{FF2B5EF4-FFF2-40B4-BE49-F238E27FC236}">
                <a16:creationId xmlns:a16="http://schemas.microsoft.com/office/drawing/2014/main" id="{EF6D43B1-19B8-BCFA-7B0F-236B104E2615}"/>
              </a:ext>
            </a:extLst>
          </p:cNvPr>
          <p:cNvSpPr txBox="1"/>
          <p:nvPr/>
        </p:nvSpPr>
        <p:spPr>
          <a:xfrm rot="16200000">
            <a:off x="1136417" y="980143"/>
            <a:ext cx="5437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Server</a:t>
            </a:r>
          </a:p>
        </p:txBody>
      </p:sp>
      <p:sp>
        <p:nvSpPr>
          <p:cNvPr id="1495" name="Title 1">
            <a:extLst>
              <a:ext uri="{FF2B5EF4-FFF2-40B4-BE49-F238E27FC236}">
                <a16:creationId xmlns:a16="http://schemas.microsoft.com/office/drawing/2014/main" id="{9265ED1C-E577-DDF5-1ED0-1CA158D6A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68458"/>
          </a:xfrm>
        </p:spPr>
        <p:txBody>
          <a:bodyPr>
            <a:normAutofit fontScale="90000"/>
          </a:bodyPr>
          <a:lstStyle/>
          <a:p>
            <a:r>
              <a:rPr lang="en-US" dirty="0"/>
              <a:t>PP Pipeline (Physical View)</a:t>
            </a:r>
          </a:p>
        </p:txBody>
      </p:sp>
      <p:sp>
        <p:nvSpPr>
          <p:cNvPr id="1514" name="Rectangle: Rounded Corners 1513">
            <a:extLst>
              <a:ext uri="{FF2B5EF4-FFF2-40B4-BE49-F238E27FC236}">
                <a16:creationId xmlns:a16="http://schemas.microsoft.com/office/drawing/2014/main" id="{A91F8053-526F-83C7-9D7A-9090430AB0B6}"/>
              </a:ext>
            </a:extLst>
          </p:cNvPr>
          <p:cNvSpPr/>
          <p:nvPr/>
        </p:nvSpPr>
        <p:spPr>
          <a:xfrm rot="16200000">
            <a:off x="2776764" y="3368079"/>
            <a:ext cx="5325362" cy="480312"/>
          </a:xfrm>
          <a:prstGeom prst="roundRect">
            <a:avLst/>
          </a:prstGeom>
          <a:solidFill>
            <a:schemeClr val="accent3">
              <a:lumMod val="20000"/>
              <a:lumOff val="80000"/>
              <a:alpha val="78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Infiniband NDR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D8FDC3-827C-38BD-9BC2-DDC1F71BD98C}"/>
              </a:ext>
            </a:extLst>
          </p:cNvPr>
          <p:cNvSpPr txBox="1"/>
          <p:nvPr/>
        </p:nvSpPr>
        <p:spPr>
          <a:xfrm>
            <a:off x="5174122" y="724335"/>
            <a:ext cx="5581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Switch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5ED448F-B924-07A4-27F4-9B9949AC964E}"/>
              </a:ext>
            </a:extLst>
          </p:cNvPr>
          <p:cNvGrpSpPr/>
          <p:nvPr/>
        </p:nvGrpSpPr>
        <p:grpSpPr>
          <a:xfrm flipH="1">
            <a:off x="2325221" y="1234655"/>
            <a:ext cx="1067489" cy="4747158"/>
            <a:chOff x="1872855" y="1242030"/>
            <a:chExt cx="1067489" cy="478306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575E4A2-1C6E-EBAA-8169-6685087A2C9D}"/>
                </a:ext>
              </a:extLst>
            </p:cNvPr>
            <p:cNvGrpSpPr/>
            <p:nvPr/>
          </p:nvGrpSpPr>
          <p:grpSpPr>
            <a:xfrm>
              <a:off x="2238376" y="1616074"/>
              <a:ext cx="701968" cy="1269713"/>
              <a:chOff x="2121694" y="1539875"/>
              <a:chExt cx="583406" cy="1400840"/>
            </a:xfrm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26346D20-53FB-82B8-232D-32FEFEDF93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1694" y="1539875"/>
                <a:ext cx="0" cy="140084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F4778B88-FF1A-BE29-A807-DE090C1480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1694" y="1539875"/>
                <a:ext cx="583406" cy="0"/>
              </a:xfrm>
              <a:prstGeom prst="line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602DC403-18F1-6459-A9A9-5D6ECBF817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1694" y="2940715"/>
                <a:ext cx="58340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D37BB84-5F48-CB95-2D6B-4F68BB9EDA5F}"/>
                </a:ext>
              </a:extLst>
            </p:cNvPr>
            <p:cNvGrpSpPr/>
            <p:nvPr/>
          </p:nvGrpSpPr>
          <p:grpSpPr>
            <a:xfrm>
              <a:off x="2238376" y="2992570"/>
              <a:ext cx="701968" cy="1269713"/>
              <a:chOff x="2121694" y="1539875"/>
              <a:chExt cx="583406" cy="1400840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A7FE696-8922-EB1A-2F89-1D6E95306C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1694" y="1539875"/>
                <a:ext cx="0" cy="140084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FA556CF9-6F52-22E6-B92D-697F783381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1694" y="1539875"/>
                <a:ext cx="583406" cy="0"/>
              </a:xfrm>
              <a:prstGeom prst="line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FB5B884C-0A36-0CA4-46BB-8DBF96A82B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1694" y="2940715"/>
                <a:ext cx="58340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5833321-B162-9E3D-2B14-AE143228D517}"/>
                </a:ext>
              </a:extLst>
            </p:cNvPr>
            <p:cNvGrpSpPr/>
            <p:nvPr/>
          </p:nvGrpSpPr>
          <p:grpSpPr>
            <a:xfrm>
              <a:off x="2231315" y="4371856"/>
              <a:ext cx="701968" cy="1269713"/>
              <a:chOff x="2121694" y="1539875"/>
              <a:chExt cx="583406" cy="1400840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195FC5D3-1149-66CE-EA16-AE9AAF6192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1694" y="1539875"/>
                <a:ext cx="0" cy="140084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7B131A84-DABA-E65E-D4DE-FAF75D21DD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1694" y="1539875"/>
                <a:ext cx="583406" cy="0"/>
              </a:xfrm>
              <a:prstGeom prst="line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E06C6A6-AECA-1D94-F7B0-61CA58AE27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1694" y="2940715"/>
                <a:ext cx="58340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EEDB5A6-941C-D375-5668-C295DA7A53FD}"/>
                </a:ext>
              </a:extLst>
            </p:cNvPr>
            <p:cNvSpPr/>
            <p:nvPr/>
          </p:nvSpPr>
          <p:spPr>
            <a:xfrm rot="16200000">
              <a:off x="-278524" y="3393409"/>
              <a:ext cx="4783069" cy="48031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  <a:alpha val="78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rgbClr val="FF0000"/>
                  </a:solidFill>
                </a:rPr>
                <a:t>PEX</a:t>
              </a:r>
            </a:p>
          </p:txBody>
        </p: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FDAE0F9-2D57-F6FF-CBEB-138250C0D197}"/>
              </a:ext>
            </a:extLst>
          </p:cNvPr>
          <p:cNvCxnSpPr>
            <a:cxnSpLocks/>
            <a:endCxn id="1514" idx="0"/>
          </p:cNvCxnSpPr>
          <p:nvPr/>
        </p:nvCxnSpPr>
        <p:spPr>
          <a:xfrm>
            <a:off x="4297539" y="3608235"/>
            <a:ext cx="90175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C5B5BDE4-45CB-45D8-CF8E-C84FAC9B74B4}"/>
              </a:ext>
            </a:extLst>
          </p:cNvPr>
          <p:cNvSpPr/>
          <p:nvPr/>
        </p:nvSpPr>
        <p:spPr>
          <a:xfrm>
            <a:off x="2344994" y="974126"/>
            <a:ext cx="5014451" cy="2624489"/>
          </a:xfrm>
          <a:custGeom>
            <a:avLst/>
            <a:gdLst>
              <a:gd name="csX0" fmla="*/ 0 w 5014451"/>
              <a:gd name="csY0" fmla="*/ 651368 h 2726826"/>
              <a:gd name="csX1" fmla="*/ 693174 w 5014451"/>
              <a:gd name="csY1" fmla="*/ 636620 h 2726826"/>
              <a:gd name="csX2" fmla="*/ 811161 w 5014451"/>
              <a:gd name="csY2" fmla="*/ 717736 h 2726826"/>
              <a:gd name="csX3" fmla="*/ 825909 w 5014451"/>
              <a:gd name="csY3" fmla="*/ 2524413 h 2726826"/>
              <a:gd name="csX4" fmla="*/ 951271 w 5014451"/>
              <a:gd name="csY4" fmla="*/ 2679271 h 2726826"/>
              <a:gd name="csX5" fmla="*/ 2979174 w 5014451"/>
              <a:gd name="csY5" fmla="*/ 2642400 h 2726826"/>
              <a:gd name="csX6" fmla="*/ 3126658 w 5014451"/>
              <a:gd name="csY6" fmla="*/ 2524413 h 2726826"/>
              <a:gd name="csX7" fmla="*/ 3259393 w 5014451"/>
              <a:gd name="csY7" fmla="*/ 304781 h 2726826"/>
              <a:gd name="csX8" fmla="*/ 5014451 w 5014451"/>
              <a:gd name="csY8" fmla="*/ 76181 h 2726826"/>
              <a:gd name="csX0" fmla="*/ 0 w 5014451"/>
              <a:gd name="csY0" fmla="*/ 651368 h 2726826"/>
              <a:gd name="csX1" fmla="*/ 693174 w 5014451"/>
              <a:gd name="csY1" fmla="*/ 636620 h 2726826"/>
              <a:gd name="csX2" fmla="*/ 811161 w 5014451"/>
              <a:gd name="csY2" fmla="*/ 717736 h 2726826"/>
              <a:gd name="csX3" fmla="*/ 825909 w 5014451"/>
              <a:gd name="csY3" fmla="*/ 2524413 h 2726826"/>
              <a:gd name="csX4" fmla="*/ 951271 w 5014451"/>
              <a:gd name="csY4" fmla="*/ 2679271 h 2726826"/>
              <a:gd name="csX5" fmla="*/ 2979174 w 5014451"/>
              <a:gd name="csY5" fmla="*/ 2642400 h 2726826"/>
              <a:gd name="csX6" fmla="*/ 3126658 w 5014451"/>
              <a:gd name="csY6" fmla="*/ 2524413 h 2726826"/>
              <a:gd name="csX7" fmla="*/ 3259393 w 5014451"/>
              <a:gd name="csY7" fmla="*/ 304781 h 2726826"/>
              <a:gd name="csX8" fmla="*/ 5014451 w 5014451"/>
              <a:gd name="csY8" fmla="*/ 76181 h 2726826"/>
              <a:gd name="csX0" fmla="*/ 0 w 5014451"/>
              <a:gd name="csY0" fmla="*/ 651368 h 2726826"/>
              <a:gd name="csX1" fmla="*/ 693174 w 5014451"/>
              <a:gd name="csY1" fmla="*/ 636620 h 2726826"/>
              <a:gd name="csX2" fmla="*/ 811161 w 5014451"/>
              <a:gd name="csY2" fmla="*/ 717736 h 2726826"/>
              <a:gd name="csX3" fmla="*/ 825909 w 5014451"/>
              <a:gd name="csY3" fmla="*/ 2524413 h 2726826"/>
              <a:gd name="csX4" fmla="*/ 951271 w 5014451"/>
              <a:gd name="csY4" fmla="*/ 2679271 h 2726826"/>
              <a:gd name="csX5" fmla="*/ 2979174 w 5014451"/>
              <a:gd name="csY5" fmla="*/ 2642400 h 2726826"/>
              <a:gd name="csX6" fmla="*/ 3126658 w 5014451"/>
              <a:gd name="csY6" fmla="*/ 2524413 h 2726826"/>
              <a:gd name="csX7" fmla="*/ 3259393 w 5014451"/>
              <a:gd name="csY7" fmla="*/ 304781 h 2726826"/>
              <a:gd name="csX8" fmla="*/ 5014451 w 5014451"/>
              <a:gd name="csY8" fmla="*/ 76181 h 2726826"/>
              <a:gd name="csX0" fmla="*/ 0 w 5014451"/>
              <a:gd name="csY0" fmla="*/ 651368 h 2726826"/>
              <a:gd name="csX1" fmla="*/ 693174 w 5014451"/>
              <a:gd name="csY1" fmla="*/ 636620 h 2726826"/>
              <a:gd name="csX2" fmla="*/ 811161 w 5014451"/>
              <a:gd name="csY2" fmla="*/ 717736 h 2726826"/>
              <a:gd name="csX3" fmla="*/ 825909 w 5014451"/>
              <a:gd name="csY3" fmla="*/ 2524413 h 2726826"/>
              <a:gd name="csX4" fmla="*/ 951271 w 5014451"/>
              <a:gd name="csY4" fmla="*/ 2679271 h 2726826"/>
              <a:gd name="csX5" fmla="*/ 2979174 w 5014451"/>
              <a:gd name="csY5" fmla="*/ 2642400 h 2726826"/>
              <a:gd name="csX6" fmla="*/ 3126658 w 5014451"/>
              <a:gd name="csY6" fmla="*/ 2524413 h 2726826"/>
              <a:gd name="csX7" fmla="*/ 3259393 w 5014451"/>
              <a:gd name="csY7" fmla="*/ 304781 h 2726826"/>
              <a:gd name="csX8" fmla="*/ 5014451 w 5014451"/>
              <a:gd name="csY8" fmla="*/ 76181 h 2726826"/>
              <a:gd name="csX0" fmla="*/ 0 w 5014451"/>
              <a:gd name="csY0" fmla="*/ 651368 h 2732464"/>
              <a:gd name="csX1" fmla="*/ 693174 w 5014451"/>
              <a:gd name="csY1" fmla="*/ 636620 h 2732464"/>
              <a:gd name="csX2" fmla="*/ 811161 w 5014451"/>
              <a:gd name="csY2" fmla="*/ 717736 h 2732464"/>
              <a:gd name="csX3" fmla="*/ 825909 w 5014451"/>
              <a:gd name="csY3" fmla="*/ 2524413 h 2732464"/>
              <a:gd name="csX4" fmla="*/ 951271 w 5014451"/>
              <a:gd name="csY4" fmla="*/ 2679271 h 2732464"/>
              <a:gd name="csX5" fmla="*/ 2979174 w 5014451"/>
              <a:gd name="csY5" fmla="*/ 2642400 h 2732464"/>
              <a:gd name="csX6" fmla="*/ 3126658 w 5014451"/>
              <a:gd name="csY6" fmla="*/ 2524413 h 2732464"/>
              <a:gd name="csX7" fmla="*/ 3259393 w 5014451"/>
              <a:gd name="csY7" fmla="*/ 304781 h 2732464"/>
              <a:gd name="csX8" fmla="*/ 5014451 w 5014451"/>
              <a:gd name="csY8" fmla="*/ 76181 h 2732464"/>
              <a:gd name="csX0" fmla="*/ 0 w 5014451"/>
              <a:gd name="csY0" fmla="*/ 651368 h 2679280"/>
              <a:gd name="csX1" fmla="*/ 693174 w 5014451"/>
              <a:gd name="csY1" fmla="*/ 636620 h 2679280"/>
              <a:gd name="csX2" fmla="*/ 811161 w 5014451"/>
              <a:gd name="csY2" fmla="*/ 717736 h 2679280"/>
              <a:gd name="csX3" fmla="*/ 825909 w 5014451"/>
              <a:gd name="csY3" fmla="*/ 2524413 h 2679280"/>
              <a:gd name="csX4" fmla="*/ 951271 w 5014451"/>
              <a:gd name="csY4" fmla="*/ 2679271 h 2679280"/>
              <a:gd name="csX5" fmla="*/ 2979174 w 5014451"/>
              <a:gd name="csY5" fmla="*/ 2642400 h 2679280"/>
              <a:gd name="csX6" fmla="*/ 3126658 w 5014451"/>
              <a:gd name="csY6" fmla="*/ 2524413 h 2679280"/>
              <a:gd name="csX7" fmla="*/ 3259393 w 5014451"/>
              <a:gd name="csY7" fmla="*/ 304781 h 2679280"/>
              <a:gd name="csX8" fmla="*/ 5014451 w 5014451"/>
              <a:gd name="csY8" fmla="*/ 76181 h 2679280"/>
              <a:gd name="csX0" fmla="*/ 0 w 5014451"/>
              <a:gd name="csY0" fmla="*/ 651368 h 2679280"/>
              <a:gd name="csX1" fmla="*/ 693174 w 5014451"/>
              <a:gd name="csY1" fmla="*/ 636620 h 2679280"/>
              <a:gd name="csX2" fmla="*/ 811161 w 5014451"/>
              <a:gd name="csY2" fmla="*/ 717736 h 2679280"/>
              <a:gd name="csX3" fmla="*/ 825909 w 5014451"/>
              <a:gd name="csY3" fmla="*/ 2524413 h 2679280"/>
              <a:gd name="csX4" fmla="*/ 951271 w 5014451"/>
              <a:gd name="csY4" fmla="*/ 2679271 h 2679280"/>
              <a:gd name="csX5" fmla="*/ 2979174 w 5014451"/>
              <a:gd name="csY5" fmla="*/ 2642400 h 2679280"/>
              <a:gd name="csX6" fmla="*/ 3126658 w 5014451"/>
              <a:gd name="csY6" fmla="*/ 2524413 h 2679280"/>
              <a:gd name="csX7" fmla="*/ 3259393 w 5014451"/>
              <a:gd name="csY7" fmla="*/ 304781 h 2679280"/>
              <a:gd name="csX8" fmla="*/ 5014451 w 5014451"/>
              <a:gd name="csY8" fmla="*/ 76181 h 2679280"/>
              <a:gd name="csX0" fmla="*/ 0 w 5014451"/>
              <a:gd name="csY0" fmla="*/ 599114 h 2627026"/>
              <a:gd name="csX1" fmla="*/ 693174 w 5014451"/>
              <a:gd name="csY1" fmla="*/ 584366 h 2627026"/>
              <a:gd name="csX2" fmla="*/ 811161 w 5014451"/>
              <a:gd name="csY2" fmla="*/ 665482 h 2627026"/>
              <a:gd name="csX3" fmla="*/ 825909 w 5014451"/>
              <a:gd name="csY3" fmla="*/ 2472159 h 2627026"/>
              <a:gd name="csX4" fmla="*/ 951271 w 5014451"/>
              <a:gd name="csY4" fmla="*/ 2627017 h 2627026"/>
              <a:gd name="csX5" fmla="*/ 2979174 w 5014451"/>
              <a:gd name="csY5" fmla="*/ 2590146 h 2627026"/>
              <a:gd name="csX6" fmla="*/ 3126658 w 5014451"/>
              <a:gd name="csY6" fmla="*/ 2472159 h 2627026"/>
              <a:gd name="csX7" fmla="*/ 3259393 w 5014451"/>
              <a:gd name="csY7" fmla="*/ 252527 h 2627026"/>
              <a:gd name="csX8" fmla="*/ 5014451 w 5014451"/>
              <a:gd name="csY8" fmla="*/ 23927 h 2627026"/>
              <a:gd name="csX0" fmla="*/ 0 w 5014451"/>
              <a:gd name="csY0" fmla="*/ 599114 h 2627026"/>
              <a:gd name="csX1" fmla="*/ 693174 w 5014451"/>
              <a:gd name="csY1" fmla="*/ 584366 h 2627026"/>
              <a:gd name="csX2" fmla="*/ 811161 w 5014451"/>
              <a:gd name="csY2" fmla="*/ 665482 h 2627026"/>
              <a:gd name="csX3" fmla="*/ 825909 w 5014451"/>
              <a:gd name="csY3" fmla="*/ 2472159 h 2627026"/>
              <a:gd name="csX4" fmla="*/ 951271 w 5014451"/>
              <a:gd name="csY4" fmla="*/ 2627017 h 2627026"/>
              <a:gd name="csX5" fmla="*/ 2979174 w 5014451"/>
              <a:gd name="csY5" fmla="*/ 2590146 h 2627026"/>
              <a:gd name="csX6" fmla="*/ 3126658 w 5014451"/>
              <a:gd name="csY6" fmla="*/ 2472159 h 2627026"/>
              <a:gd name="csX7" fmla="*/ 3259393 w 5014451"/>
              <a:gd name="csY7" fmla="*/ 252527 h 2627026"/>
              <a:gd name="csX8" fmla="*/ 5014451 w 5014451"/>
              <a:gd name="csY8" fmla="*/ 23927 h 2627026"/>
              <a:gd name="csX0" fmla="*/ 0 w 5014451"/>
              <a:gd name="csY0" fmla="*/ 596577 h 2624489"/>
              <a:gd name="csX1" fmla="*/ 693174 w 5014451"/>
              <a:gd name="csY1" fmla="*/ 581829 h 2624489"/>
              <a:gd name="csX2" fmla="*/ 811161 w 5014451"/>
              <a:gd name="csY2" fmla="*/ 662945 h 2624489"/>
              <a:gd name="csX3" fmla="*/ 825909 w 5014451"/>
              <a:gd name="csY3" fmla="*/ 2469622 h 2624489"/>
              <a:gd name="csX4" fmla="*/ 951271 w 5014451"/>
              <a:gd name="csY4" fmla="*/ 2624480 h 2624489"/>
              <a:gd name="csX5" fmla="*/ 2979174 w 5014451"/>
              <a:gd name="csY5" fmla="*/ 2587609 h 2624489"/>
              <a:gd name="csX6" fmla="*/ 3126658 w 5014451"/>
              <a:gd name="csY6" fmla="*/ 2469622 h 2624489"/>
              <a:gd name="csX7" fmla="*/ 3259393 w 5014451"/>
              <a:gd name="csY7" fmla="*/ 249990 h 2624489"/>
              <a:gd name="csX8" fmla="*/ 5014451 w 5014451"/>
              <a:gd name="csY8" fmla="*/ 21390 h 26244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014451" h="2624489">
                <a:moveTo>
                  <a:pt x="0" y="596577"/>
                </a:moveTo>
                <a:cubicBezTo>
                  <a:pt x="278990" y="583672"/>
                  <a:pt x="557981" y="570768"/>
                  <a:pt x="693174" y="581829"/>
                </a:cubicBezTo>
                <a:cubicBezTo>
                  <a:pt x="828367" y="592890"/>
                  <a:pt x="796413" y="584287"/>
                  <a:pt x="811161" y="662945"/>
                </a:cubicBezTo>
                <a:cubicBezTo>
                  <a:pt x="825909" y="741603"/>
                  <a:pt x="816844" y="2357012"/>
                  <a:pt x="825909" y="2469622"/>
                </a:cubicBezTo>
                <a:cubicBezTo>
                  <a:pt x="834974" y="2582232"/>
                  <a:pt x="811469" y="2623866"/>
                  <a:pt x="951271" y="2624480"/>
                </a:cubicBezTo>
                <a:cubicBezTo>
                  <a:pt x="1091073" y="2625094"/>
                  <a:pt x="2911884" y="2594369"/>
                  <a:pt x="2979174" y="2587609"/>
                </a:cubicBezTo>
                <a:cubicBezTo>
                  <a:pt x="3046464" y="2580849"/>
                  <a:pt x="3122818" y="2563950"/>
                  <a:pt x="3126658" y="2469622"/>
                </a:cubicBezTo>
                <a:cubicBezTo>
                  <a:pt x="3130498" y="2375294"/>
                  <a:pt x="3173361" y="353229"/>
                  <a:pt x="3259393" y="249990"/>
                </a:cubicBezTo>
                <a:cubicBezTo>
                  <a:pt x="3345425" y="146751"/>
                  <a:pt x="4294238" y="-68330"/>
                  <a:pt x="5014451" y="2139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6BBF4551-7C88-8790-65CC-DD446FC78F4A}"/>
              </a:ext>
            </a:extLst>
          </p:cNvPr>
          <p:cNvSpPr/>
          <p:nvPr/>
        </p:nvSpPr>
        <p:spPr>
          <a:xfrm>
            <a:off x="2339173" y="2723069"/>
            <a:ext cx="5014451" cy="877533"/>
          </a:xfrm>
          <a:custGeom>
            <a:avLst/>
            <a:gdLst>
              <a:gd name="csX0" fmla="*/ 0 w 5014451"/>
              <a:gd name="csY0" fmla="*/ 651368 h 2726826"/>
              <a:gd name="csX1" fmla="*/ 693174 w 5014451"/>
              <a:gd name="csY1" fmla="*/ 636620 h 2726826"/>
              <a:gd name="csX2" fmla="*/ 811161 w 5014451"/>
              <a:gd name="csY2" fmla="*/ 717736 h 2726826"/>
              <a:gd name="csX3" fmla="*/ 825909 w 5014451"/>
              <a:gd name="csY3" fmla="*/ 2524413 h 2726826"/>
              <a:gd name="csX4" fmla="*/ 951271 w 5014451"/>
              <a:gd name="csY4" fmla="*/ 2679271 h 2726826"/>
              <a:gd name="csX5" fmla="*/ 2979174 w 5014451"/>
              <a:gd name="csY5" fmla="*/ 2642400 h 2726826"/>
              <a:gd name="csX6" fmla="*/ 3126658 w 5014451"/>
              <a:gd name="csY6" fmla="*/ 2524413 h 2726826"/>
              <a:gd name="csX7" fmla="*/ 3259393 w 5014451"/>
              <a:gd name="csY7" fmla="*/ 304781 h 2726826"/>
              <a:gd name="csX8" fmla="*/ 5014451 w 5014451"/>
              <a:gd name="csY8" fmla="*/ 76181 h 2726826"/>
              <a:gd name="csX0" fmla="*/ 0 w 5014451"/>
              <a:gd name="csY0" fmla="*/ 651368 h 2726826"/>
              <a:gd name="csX1" fmla="*/ 693174 w 5014451"/>
              <a:gd name="csY1" fmla="*/ 636620 h 2726826"/>
              <a:gd name="csX2" fmla="*/ 811161 w 5014451"/>
              <a:gd name="csY2" fmla="*/ 717736 h 2726826"/>
              <a:gd name="csX3" fmla="*/ 825909 w 5014451"/>
              <a:gd name="csY3" fmla="*/ 2524413 h 2726826"/>
              <a:gd name="csX4" fmla="*/ 951271 w 5014451"/>
              <a:gd name="csY4" fmla="*/ 2679271 h 2726826"/>
              <a:gd name="csX5" fmla="*/ 2979174 w 5014451"/>
              <a:gd name="csY5" fmla="*/ 2642400 h 2726826"/>
              <a:gd name="csX6" fmla="*/ 3126658 w 5014451"/>
              <a:gd name="csY6" fmla="*/ 2524413 h 2726826"/>
              <a:gd name="csX7" fmla="*/ 3259393 w 5014451"/>
              <a:gd name="csY7" fmla="*/ 304781 h 2726826"/>
              <a:gd name="csX8" fmla="*/ 5014451 w 5014451"/>
              <a:gd name="csY8" fmla="*/ 76181 h 2726826"/>
              <a:gd name="csX0" fmla="*/ 0 w 5014451"/>
              <a:gd name="csY0" fmla="*/ 651368 h 2726826"/>
              <a:gd name="csX1" fmla="*/ 693174 w 5014451"/>
              <a:gd name="csY1" fmla="*/ 636620 h 2726826"/>
              <a:gd name="csX2" fmla="*/ 811161 w 5014451"/>
              <a:gd name="csY2" fmla="*/ 717736 h 2726826"/>
              <a:gd name="csX3" fmla="*/ 825909 w 5014451"/>
              <a:gd name="csY3" fmla="*/ 2524413 h 2726826"/>
              <a:gd name="csX4" fmla="*/ 951271 w 5014451"/>
              <a:gd name="csY4" fmla="*/ 2679271 h 2726826"/>
              <a:gd name="csX5" fmla="*/ 2979174 w 5014451"/>
              <a:gd name="csY5" fmla="*/ 2642400 h 2726826"/>
              <a:gd name="csX6" fmla="*/ 3126658 w 5014451"/>
              <a:gd name="csY6" fmla="*/ 2524413 h 2726826"/>
              <a:gd name="csX7" fmla="*/ 3259393 w 5014451"/>
              <a:gd name="csY7" fmla="*/ 304781 h 2726826"/>
              <a:gd name="csX8" fmla="*/ 5014451 w 5014451"/>
              <a:gd name="csY8" fmla="*/ 76181 h 2726826"/>
              <a:gd name="csX0" fmla="*/ 0 w 5014451"/>
              <a:gd name="csY0" fmla="*/ 651368 h 2726826"/>
              <a:gd name="csX1" fmla="*/ 693174 w 5014451"/>
              <a:gd name="csY1" fmla="*/ 636620 h 2726826"/>
              <a:gd name="csX2" fmla="*/ 811161 w 5014451"/>
              <a:gd name="csY2" fmla="*/ 717736 h 2726826"/>
              <a:gd name="csX3" fmla="*/ 825909 w 5014451"/>
              <a:gd name="csY3" fmla="*/ 2524413 h 2726826"/>
              <a:gd name="csX4" fmla="*/ 951271 w 5014451"/>
              <a:gd name="csY4" fmla="*/ 2679271 h 2726826"/>
              <a:gd name="csX5" fmla="*/ 2979174 w 5014451"/>
              <a:gd name="csY5" fmla="*/ 2642400 h 2726826"/>
              <a:gd name="csX6" fmla="*/ 3126658 w 5014451"/>
              <a:gd name="csY6" fmla="*/ 2524413 h 2726826"/>
              <a:gd name="csX7" fmla="*/ 3259393 w 5014451"/>
              <a:gd name="csY7" fmla="*/ 304781 h 2726826"/>
              <a:gd name="csX8" fmla="*/ 5014451 w 5014451"/>
              <a:gd name="csY8" fmla="*/ 76181 h 2726826"/>
              <a:gd name="csX0" fmla="*/ 0 w 5014451"/>
              <a:gd name="csY0" fmla="*/ 651368 h 2732464"/>
              <a:gd name="csX1" fmla="*/ 693174 w 5014451"/>
              <a:gd name="csY1" fmla="*/ 636620 h 2732464"/>
              <a:gd name="csX2" fmla="*/ 811161 w 5014451"/>
              <a:gd name="csY2" fmla="*/ 717736 h 2732464"/>
              <a:gd name="csX3" fmla="*/ 825909 w 5014451"/>
              <a:gd name="csY3" fmla="*/ 2524413 h 2732464"/>
              <a:gd name="csX4" fmla="*/ 951271 w 5014451"/>
              <a:gd name="csY4" fmla="*/ 2679271 h 2732464"/>
              <a:gd name="csX5" fmla="*/ 2979174 w 5014451"/>
              <a:gd name="csY5" fmla="*/ 2642400 h 2732464"/>
              <a:gd name="csX6" fmla="*/ 3126658 w 5014451"/>
              <a:gd name="csY6" fmla="*/ 2524413 h 2732464"/>
              <a:gd name="csX7" fmla="*/ 3259393 w 5014451"/>
              <a:gd name="csY7" fmla="*/ 304781 h 2732464"/>
              <a:gd name="csX8" fmla="*/ 5014451 w 5014451"/>
              <a:gd name="csY8" fmla="*/ 76181 h 2732464"/>
              <a:gd name="csX0" fmla="*/ 0 w 5014451"/>
              <a:gd name="csY0" fmla="*/ 651368 h 2679280"/>
              <a:gd name="csX1" fmla="*/ 693174 w 5014451"/>
              <a:gd name="csY1" fmla="*/ 636620 h 2679280"/>
              <a:gd name="csX2" fmla="*/ 811161 w 5014451"/>
              <a:gd name="csY2" fmla="*/ 717736 h 2679280"/>
              <a:gd name="csX3" fmla="*/ 825909 w 5014451"/>
              <a:gd name="csY3" fmla="*/ 2524413 h 2679280"/>
              <a:gd name="csX4" fmla="*/ 951271 w 5014451"/>
              <a:gd name="csY4" fmla="*/ 2679271 h 2679280"/>
              <a:gd name="csX5" fmla="*/ 2979174 w 5014451"/>
              <a:gd name="csY5" fmla="*/ 2642400 h 2679280"/>
              <a:gd name="csX6" fmla="*/ 3126658 w 5014451"/>
              <a:gd name="csY6" fmla="*/ 2524413 h 2679280"/>
              <a:gd name="csX7" fmla="*/ 3259393 w 5014451"/>
              <a:gd name="csY7" fmla="*/ 304781 h 2679280"/>
              <a:gd name="csX8" fmla="*/ 5014451 w 5014451"/>
              <a:gd name="csY8" fmla="*/ 76181 h 2679280"/>
              <a:gd name="csX0" fmla="*/ 0 w 5014451"/>
              <a:gd name="csY0" fmla="*/ 651368 h 2679280"/>
              <a:gd name="csX1" fmla="*/ 693174 w 5014451"/>
              <a:gd name="csY1" fmla="*/ 636620 h 2679280"/>
              <a:gd name="csX2" fmla="*/ 811161 w 5014451"/>
              <a:gd name="csY2" fmla="*/ 717736 h 2679280"/>
              <a:gd name="csX3" fmla="*/ 825909 w 5014451"/>
              <a:gd name="csY3" fmla="*/ 2524413 h 2679280"/>
              <a:gd name="csX4" fmla="*/ 951271 w 5014451"/>
              <a:gd name="csY4" fmla="*/ 2679271 h 2679280"/>
              <a:gd name="csX5" fmla="*/ 2979174 w 5014451"/>
              <a:gd name="csY5" fmla="*/ 2642400 h 2679280"/>
              <a:gd name="csX6" fmla="*/ 3126658 w 5014451"/>
              <a:gd name="csY6" fmla="*/ 2524413 h 2679280"/>
              <a:gd name="csX7" fmla="*/ 3259393 w 5014451"/>
              <a:gd name="csY7" fmla="*/ 304781 h 2679280"/>
              <a:gd name="csX8" fmla="*/ 5014451 w 5014451"/>
              <a:gd name="csY8" fmla="*/ 76181 h 2679280"/>
              <a:gd name="csX0" fmla="*/ 0 w 5014451"/>
              <a:gd name="csY0" fmla="*/ 599114 h 2627026"/>
              <a:gd name="csX1" fmla="*/ 693174 w 5014451"/>
              <a:gd name="csY1" fmla="*/ 584366 h 2627026"/>
              <a:gd name="csX2" fmla="*/ 811161 w 5014451"/>
              <a:gd name="csY2" fmla="*/ 665482 h 2627026"/>
              <a:gd name="csX3" fmla="*/ 825909 w 5014451"/>
              <a:gd name="csY3" fmla="*/ 2472159 h 2627026"/>
              <a:gd name="csX4" fmla="*/ 951271 w 5014451"/>
              <a:gd name="csY4" fmla="*/ 2627017 h 2627026"/>
              <a:gd name="csX5" fmla="*/ 2979174 w 5014451"/>
              <a:gd name="csY5" fmla="*/ 2590146 h 2627026"/>
              <a:gd name="csX6" fmla="*/ 3126658 w 5014451"/>
              <a:gd name="csY6" fmla="*/ 2472159 h 2627026"/>
              <a:gd name="csX7" fmla="*/ 3259393 w 5014451"/>
              <a:gd name="csY7" fmla="*/ 252527 h 2627026"/>
              <a:gd name="csX8" fmla="*/ 5014451 w 5014451"/>
              <a:gd name="csY8" fmla="*/ 23927 h 2627026"/>
              <a:gd name="csX0" fmla="*/ 0 w 5014451"/>
              <a:gd name="csY0" fmla="*/ 599114 h 2627026"/>
              <a:gd name="csX1" fmla="*/ 693174 w 5014451"/>
              <a:gd name="csY1" fmla="*/ 584366 h 2627026"/>
              <a:gd name="csX2" fmla="*/ 811161 w 5014451"/>
              <a:gd name="csY2" fmla="*/ 665482 h 2627026"/>
              <a:gd name="csX3" fmla="*/ 825909 w 5014451"/>
              <a:gd name="csY3" fmla="*/ 2472159 h 2627026"/>
              <a:gd name="csX4" fmla="*/ 951271 w 5014451"/>
              <a:gd name="csY4" fmla="*/ 2627017 h 2627026"/>
              <a:gd name="csX5" fmla="*/ 2979174 w 5014451"/>
              <a:gd name="csY5" fmla="*/ 2590146 h 2627026"/>
              <a:gd name="csX6" fmla="*/ 3126658 w 5014451"/>
              <a:gd name="csY6" fmla="*/ 2472159 h 2627026"/>
              <a:gd name="csX7" fmla="*/ 3259393 w 5014451"/>
              <a:gd name="csY7" fmla="*/ 252527 h 2627026"/>
              <a:gd name="csX8" fmla="*/ 5014451 w 5014451"/>
              <a:gd name="csY8" fmla="*/ 23927 h 2627026"/>
              <a:gd name="csX0" fmla="*/ 0 w 5014451"/>
              <a:gd name="csY0" fmla="*/ 596577 h 2624489"/>
              <a:gd name="csX1" fmla="*/ 693174 w 5014451"/>
              <a:gd name="csY1" fmla="*/ 581829 h 2624489"/>
              <a:gd name="csX2" fmla="*/ 811161 w 5014451"/>
              <a:gd name="csY2" fmla="*/ 662945 h 2624489"/>
              <a:gd name="csX3" fmla="*/ 825909 w 5014451"/>
              <a:gd name="csY3" fmla="*/ 2469622 h 2624489"/>
              <a:gd name="csX4" fmla="*/ 951271 w 5014451"/>
              <a:gd name="csY4" fmla="*/ 2624480 h 2624489"/>
              <a:gd name="csX5" fmla="*/ 2979174 w 5014451"/>
              <a:gd name="csY5" fmla="*/ 2587609 h 2624489"/>
              <a:gd name="csX6" fmla="*/ 3126658 w 5014451"/>
              <a:gd name="csY6" fmla="*/ 2469622 h 2624489"/>
              <a:gd name="csX7" fmla="*/ 3259393 w 5014451"/>
              <a:gd name="csY7" fmla="*/ 249990 h 2624489"/>
              <a:gd name="csX8" fmla="*/ 5014451 w 5014451"/>
              <a:gd name="csY8" fmla="*/ 21390 h 26244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014451" h="2624489">
                <a:moveTo>
                  <a:pt x="0" y="596577"/>
                </a:moveTo>
                <a:cubicBezTo>
                  <a:pt x="278990" y="583672"/>
                  <a:pt x="557981" y="570768"/>
                  <a:pt x="693174" y="581829"/>
                </a:cubicBezTo>
                <a:cubicBezTo>
                  <a:pt x="828367" y="592890"/>
                  <a:pt x="796413" y="584287"/>
                  <a:pt x="811161" y="662945"/>
                </a:cubicBezTo>
                <a:cubicBezTo>
                  <a:pt x="825909" y="741603"/>
                  <a:pt x="816844" y="2357012"/>
                  <a:pt x="825909" y="2469622"/>
                </a:cubicBezTo>
                <a:cubicBezTo>
                  <a:pt x="834974" y="2582232"/>
                  <a:pt x="811469" y="2623866"/>
                  <a:pt x="951271" y="2624480"/>
                </a:cubicBezTo>
                <a:cubicBezTo>
                  <a:pt x="1091073" y="2625094"/>
                  <a:pt x="2911884" y="2594369"/>
                  <a:pt x="2979174" y="2587609"/>
                </a:cubicBezTo>
                <a:cubicBezTo>
                  <a:pt x="3046464" y="2580849"/>
                  <a:pt x="3122818" y="2563950"/>
                  <a:pt x="3126658" y="2469622"/>
                </a:cubicBezTo>
                <a:cubicBezTo>
                  <a:pt x="3130498" y="2375294"/>
                  <a:pt x="3173361" y="353229"/>
                  <a:pt x="3259393" y="249990"/>
                </a:cubicBezTo>
                <a:cubicBezTo>
                  <a:pt x="3345425" y="146751"/>
                  <a:pt x="4294238" y="-68330"/>
                  <a:pt x="5014451" y="2139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4D3EC7F3-3AA1-F17F-CFA4-3893FF8E8CC8}"/>
              </a:ext>
            </a:extLst>
          </p:cNvPr>
          <p:cNvSpPr/>
          <p:nvPr/>
        </p:nvSpPr>
        <p:spPr>
          <a:xfrm flipV="1">
            <a:off x="2329164" y="3656015"/>
            <a:ext cx="5014451" cy="2624489"/>
          </a:xfrm>
          <a:custGeom>
            <a:avLst/>
            <a:gdLst>
              <a:gd name="csX0" fmla="*/ 0 w 5014451"/>
              <a:gd name="csY0" fmla="*/ 651368 h 2726826"/>
              <a:gd name="csX1" fmla="*/ 693174 w 5014451"/>
              <a:gd name="csY1" fmla="*/ 636620 h 2726826"/>
              <a:gd name="csX2" fmla="*/ 811161 w 5014451"/>
              <a:gd name="csY2" fmla="*/ 717736 h 2726826"/>
              <a:gd name="csX3" fmla="*/ 825909 w 5014451"/>
              <a:gd name="csY3" fmla="*/ 2524413 h 2726826"/>
              <a:gd name="csX4" fmla="*/ 951271 w 5014451"/>
              <a:gd name="csY4" fmla="*/ 2679271 h 2726826"/>
              <a:gd name="csX5" fmla="*/ 2979174 w 5014451"/>
              <a:gd name="csY5" fmla="*/ 2642400 h 2726826"/>
              <a:gd name="csX6" fmla="*/ 3126658 w 5014451"/>
              <a:gd name="csY6" fmla="*/ 2524413 h 2726826"/>
              <a:gd name="csX7" fmla="*/ 3259393 w 5014451"/>
              <a:gd name="csY7" fmla="*/ 304781 h 2726826"/>
              <a:gd name="csX8" fmla="*/ 5014451 w 5014451"/>
              <a:gd name="csY8" fmla="*/ 76181 h 2726826"/>
              <a:gd name="csX0" fmla="*/ 0 w 5014451"/>
              <a:gd name="csY0" fmla="*/ 651368 h 2726826"/>
              <a:gd name="csX1" fmla="*/ 693174 w 5014451"/>
              <a:gd name="csY1" fmla="*/ 636620 h 2726826"/>
              <a:gd name="csX2" fmla="*/ 811161 w 5014451"/>
              <a:gd name="csY2" fmla="*/ 717736 h 2726826"/>
              <a:gd name="csX3" fmla="*/ 825909 w 5014451"/>
              <a:gd name="csY3" fmla="*/ 2524413 h 2726826"/>
              <a:gd name="csX4" fmla="*/ 951271 w 5014451"/>
              <a:gd name="csY4" fmla="*/ 2679271 h 2726826"/>
              <a:gd name="csX5" fmla="*/ 2979174 w 5014451"/>
              <a:gd name="csY5" fmla="*/ 2642400 h 2726826"/>
              <a:gd name="csX6" fmla="*/ 3126658 w 5014451"/>
              <a:gd name="csY6" fmla="*/ 2524413 h 2726826"/>
              <a:gd name="csX7" fmla="*/ 3259393 w 5014451"/>
              <a:gd name="csY7" fmla="*/ 304781 h 2726826"/>
              <a:gd name="csX8" fmla="*/ 5014451 w 5014451"/>
              <a:gd name="csY8" fmla="*/ 76181 h 2726826"/>
              <a:gd name="csX0" fmla="*/ 0 w 5014451"/>
              <a:gd name="csY0" fmla="*/ 651368 h 2726826"/>
              <a:gd name="csX1" fmla="*/ 693174 w 5014451"/>
              <a:gd name="csY1" fmla="*/ 636620 h 2726826"/>
              <a:gd name="csX2" fmla="*/ 811161 w 5014451"/>
              <a:gd name="csY2" fmla="*/ 717736 h 2726826"/>
              <a:gd name="csX3" fmla="*/ 825909 w 5014451"/>
              <a:gd name="csY3" fmla="*/ 2524413 h 2726826"/>
              <a:gd name="csX4" fmla="*/ 951271 w 5014451"/>
              <a:gd name="csY4" fmla="*/ 2679271 h 2726826"/>
              <a:gd name="csX5" fmla="*/ 2979174 w 5014451"/>
              <a:gd name="csY5" fmla="*/ 2642400 h 2726826"/>
              <a:gd name="csX6" fmla="*/ 3126658 w 5014451"/>
              <a:gd name="csY6" fmla="*/ 2524413 h 2726826"/>
              <a:gd name="csX7" fmla="*/ 3259393 w 5014451"/>
              <a:gd name="csY7" fmla="*/ 304781 h 2726826"/>
              <a:gd name="csX8" fmla="*/ 5014451 w 5014451"/>
              <a:gd name="csY8" fmla="*/ 76181 h 2726826"/>
              <a:gd name="csX0" fmla="*/ 0 w 5014451"/>
              <a:gd name="csY0" fmla="*/ 651368 h 2726826"/>
              <a:gd name="csX1" fmla="*/ 693174 w 5014451"/>
              <a:gd name="csY1" fmla="*/ 636620 h 2726826"/>
              <a:gd name="csX2" fmla="*/ 811161 w 5014451"/>
              <a:gd name="csY2" fmla="*/ 717736 h 2726826"/>
              <a:gd name="csX3" fmla="*/ 825909 w 5014451"/>
              <a:gd name="csY3" fmla="*/ 2524413 h 2726826"/>
              <a:gd name="csX4" fmla="*/ 951271 w 5014451"/>
              <a:gd name="csY4" fmla="*/ 2679271 h 2726826"/>
              <a:gd name="csX5" fmla="*/ 2979174 w 5014451"/>
              <a:gd name="csY5" fmla="*/ 2642400 h 2726826"/>
              <a:gd name="csX6" fmla="*/ 3126658 w 5014451"/>
              <a:gd name="csY6" fmla="*/ 2524413 h 2726826"/>
              <a:gd name="csX7" fmla="*/ 3259393 w 5014451"/>
              <a:gd name="csY7" fmla="*/ 304781 h 2726826"/>
              <a:gd name="csX8" fmla="*/ 5014451 w 5014451"/>
              <a:gd name="csY8" fmla="*/ 76181 h 2726826"/>
              <a:gd name="csX0" fmla="*/ 0 w 5014451"/>
              <a:gd name="csY0" fmla="*/ 651368 h 2732464"/>
              <a:gd name="csX1" fmla="*/ 693174 w 5014451"/>
              <a:gd name="csY1" fmla="*/ 636620 h 2732464"/>
              <a:gd name="csX2" fmla="*/ 811161 w 5014451"/>
              <a:gd name="csY2" fmla="*/ 717736 h 2732464"/>
              <a:gd name="csX3" fmla="*/ 825909 w 5014451"/>
              <a:gd name="csY3" fmla="*/ 2524413 h 2732464"/>
              <a:gd name="csX4" fmla="*/ 951271 w 5014451"/>
              <a:gd name="csY4" fmla="*/ 2679271 h 2732464"/>
              <a:gd name="csX5" fmla="*/ 2979174 w 5014451"/>
              <a:gd name="csY5" fmla="*/ 2642400 h 2732464"/>
              <a:gd name="csX6" fmla="*/ 3126658 w 5014451"/>
              <a:gd name="csY6" fmla="*/ 2524413 h 2732464"/>
              <a:gd name="csX7" fmla="*/ 3259393 w 5014451"/>
              <a:gd name="csY7" fmla="*/ 304781 h 2732464"/>
              <a:gd name="csX8" fmla="*/ 5014451 w 5014451"/>
              <a:gd name="csY8" fmla="*/ 76181 h 2732464"/>
              <a:gd name="csX0" fmla="*/ 0 w 5014451"/>
              <a:gd name="csY0" fmla="*/ 651368 h 2679280"/>
              <a:gd name="csX1" fmla="*/ 693174 w 5014451"/>
              <a:gd name="csY1" fmla="*/ 636620 h 2679280"/>
              <a:gd name="csX2" fmla="*/ 811161 w 5014451"/>
              <a:gd name="csY2" fmla="*/ 717736 h 2679280"/>
              <a:gd name="csX3" fmla="*/ 825909 w 5014451"/>
              <a:gd name="csY3" fmla="*/ 2524413 h 2679280"/>
              <a:gd name="csX4" fmla="*/ 951271 w 5014451"/>
              <a:gd name="csY4" fmla="*/ 2679271 h 2679280"/>
              <a:gd name="csX5" fmla="*/ 2979174 w 5014451"/>
              <a:gd name="csY5" fmla="*/ 2642400 h 2679280"/>
              <a:gd name="csX6" fmla="*/ 3126658 w 5014451"/>
              <a:gd name="csY6" fmla="*/ 2524413 h 2679280"/>
              <a:gd name="csX7" fmla="*/ 3259393 w 5014451"/>
              <a:gd name="csY7" fmla="*/ 304781 h 2679280"/>
              <a:gd name="csX8" fmla="*/ 5014451 w 5014451"/>
              <a:gd name="csY8" fmla="*/ 76181 h 2679280"/>
              <a:gd name="csX0" fmla="*/ 0 w 5014451"/>
              <a:gd name="csY0" fmla="*/ 651368 h 2679280"/>
              <a:gd name="csX1" fmla="*/ 693174 w 5014451"/>
              <a:gd name="csY1" fmla="*/ 636620 h 2679280"/>
              <a:gd name="csX2" fmla="*/ 811161 w 5014451"/>
              <a:gd name="csY2" fmla="*/ 717736 h 2679280"/>
              <a:gd name="csX3" fmla="*/ 825909 w 5014451"/>
              <a:gd name="csY3" fmla="*/ 2524413 h 2679280"/>
              <a:gd name="csX4" fmla="*/ 951271 w 5014451"/>
              <a:gd name="csY4" fmla="*/ 2679271 h 2679280"/>
              <a:gd name="csX5" fmla="*/ 2979174 w 5014451"/>
              <a:gd name="csY5" fmla="*/ 2642400 h 2679280"/>
              <a:gd name="csX6" fmla="*/ 3126658 w 5014451"/>
              <a:gd name="csY6" fmla="*/ 2524413 h 2679280"/>
              <a:gd name="csX7" fmla="*/ 3259393 w 5014451"/>
              <a:gd name="csY7" fmla="*/ 304781 h 2679280"/>
              <a:gd name="csX8" fmla="*/ 5014451 w 5014451"/>
              <a:gd name="csY8" fmla="*/ 76181 h 2679280"/>
              <a:gd name="csX0" fmla="*/ 0 w 5014451"/>
              <a:gd name="csY0" fmla="*/ 599114 h 2627026"/>
              <a:gd name="csX1" fmla="*/ 693174 w 5014451"/>
              <a:gd name="csY1" fmla="*/ 584366 h 2627026"/>
              <a:gd name="csX2" fmla="*/ 811161 w 5014451"/>
              <a:gd name="csY2" fmla="*/ 665482 h 2627026"/>
              <a:gd name="csX3" fmla="*/ 825909 w 5014451"/>
              <a:gd name="csY3" fmla="*/ 2472159 h 2627026"/>
              <a:gd name="csX4" fmla="*/ 951271 w 5014451"/>
              <a:gd name="csY4" fmla="*/ 2627017 h 2627026"/>
              <a:gd name="csX5" fmla="*/ 2979174 w 5014451"/>
              <a:gd name="csY5" fmla="*/ 2590146 h 2627026"/>
              <a:gd name="csX6" fmla="*/ 3126658 w 5014451"/>
              <a:gd name="csY6" fmla="*/ 2472159 h 2627026"/>
              <a:gd name="csX7" fmla="*/ 3259393 w 5014451"/>
              <a:gd name="csY7" fmla="*/ 252527 h 2627026"/>
              <a:gd name="csX8" fmla="*/ 5014451 w 5014451"/>
              <a:gd name="csY8" fmla="*/ 23927 h 2627026"/>
              <a:gd name="csX0" fmla="*/ 0 w 5014451"/>
              <a:gd name="csY0" fmla="*/ 599114 h 2627026"/>
              <a:gd name="csX1" fmla="*/ 693174 w 5014451"/>
              <a:gd name="csY1" fmla="*/ 584366 h 2627026"/>
              <a:gd name="csX2" fmla="*/ 811161 w 5014451"/>
              <a:gd name="csY2" fmla="*/ 665482 h 2627026"/>
              <a:gd name="csX3" fmla="*/ 825909 w 5014451"/>
              <a:gd name="csY3" fmla="*/ 2472159 h 2627026"/>
              <a:gd name="csX4" fmla="*/ 951271 w 5014451"/>
              <a:gd name="csY4" fmla="*/ 2627017 h 2627026"/>
              <a:gd name="csX5" fmla="*/ 2979174 w 5014451"/>
              <a:gd name="csY5" fmla="*/ 2590146 h 2627026"/>
              <a:gd name="csX6" fmla="*/ 3126658 w 5014451"/>
              <a:gd name="csY6" fmla="*/ 2472159 h 2627026"/>
              <a:gd name="csX7" fmla="*/ 3259393 w 5014451"/>
              <a:gd name="csY7" fmla="*/ 252527 h 2627026"/>
              <a:gd name="csX8" fmla="*/ 5014451 w 5014451"/>
              <a:gd name="csY8" fmla="*/ 23927 h 2627026"/>
              <a:gd name="csX0" fmla="*/ 0 w 5014451"/>
              <a:gd name="csY0" fmla="*/ 596577 h 2624489"/>
              <a:gd name="csX1" fmla="*/ 693174 w 5014451"/>
              <a:gd name="csY1" fmla="*/ 581829 h 2624489"/>
              <a:gd name="csX2" fmla="*/ 811161 w 5014451"/>
              <a:gd name="csY2" fmla="*/ 662945 h 2624489"/>
              <a:gd name="csX3" fmla="*/ 825909 w 5014451"/>
              <a:gd name="csY3" fmla="*/ 2469622 h 2624489"/>
              <a:gd name="csX4" fmla="*/ 951271 w 5014451"/>
              <a:gd name="csY4" fmla="*/ 2624480 h 2624489"/>
              <a:gd name="csX5" fmla="*/ 2979174 w 5014451"/>
              <a:gd name="csY5" fmla="*/ 2587609 h 2624489"/>
              <a:gd name="csX6" fmla="*/ 3126658 w 5014451"/>
              <a:gd name="csY6" fmla="*/ 2469622 h 2624489"/>
              <a:gd name="csX7" fmla="*/ 3259393 w 5014451"/>
              <a:gd name="csY7" fmla="*/ 249990 h 2624489"/>
              <a:gd name="csX8" fmla="*/ 5014451 w 5014451"/>
              <a:gd name="csY8" fmla="*/ 21390 h 26244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014451" h="2624489">
                <a:moveTo>
                  <a:pt x="0" y="596577"/>
                </a:moveTo>
                <a:cubicBezTo>
                  <a:pt x="278990" y="583672"/>
                  <a:pt x="557981" y="570768"/>
                  <a:pt x="693174" y="581829"/>
                </a:cubicBezTo>
                <a:cubicBezTo>
                  <a:pt x="828367" y="592890"/>
                  <a:pt x="796413" y="584287"/>
                  <a:pt x="811161" y="662945"/>
                </a:cubicBezTo>
                <a:cubicBezTo>
                  <a:pt x="825909" y="741603"/>
                  <a:pt x="816844" y="2357012"/>
                  <a:pt x="825909" y="2469622"/>
                </a:cubicBezTo>
                <a:cubicBezTo>
                  <a:pt x="834974" y="2582232"/>
                  <a:pt x="811469" y="2623866"/>
                  <a:pt x="951271" y="2624480"/>
                </a:cubicBezTo>
                <a:cubicBezTo>
                  <a:pt x="1091073" y="2625094"/>
                  <a:pt x="2911884" y="2594369"/>
                  <a:pt x="2979174" y="2587609"/>
                </a:cubicBezTo>
                <a:cubicBezTo>
                  <a:pt x="3046464" y="2580849"/>
                  <a:pt x="3122818" y="2563950"/>
                  <a:pt x="3126658" y="2469622"/>
                </a:cubicBezTo>
                <a:cubicBezTo>
                  <a:pt x="3130498" y="2375294"/>
                  <a:pt x="3173361" y="353229"/>
                  <a:pt x="3259393" y="249990"/>
                </a:cubicBezTo>
                <a:cubicBezTo>
                  <a:pt x="3345425" y="146751"/>
                  <a:pt x="4294238" y="-68330"/>
                  <a:pt x="5014451" y="2139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42A26078-731D-4A55-6DD0-B8AB73D15FB1}"/>
              </a:ext>
            </a:extLst>
          </p:cNvPr>
          <p:cNvSpPr/>
          <p:nvPr/>
        </p:nvSpPr>
        <p:spPr>
          <a:xfrm flipV="1">
            <a:off x="2333509" y="3627188"/>
            <a:ext cx="5014451" cy="877533"/>
          </a:xfrm>
          <a:custGeom>
            <a:avLst/>
            <a:gdLst>
              <a:gd name="csX0" fmla="*/ 0 w 5014451"/>
              <a:gd name="csY0" fmla="*/ 651368 h 2726826"/>
              <a:gd name="csX1" fmla="*/ 693174 w 5014451"/>
              <a:gd name="csY1" fmla="*/ 636620 h 2726826"/>
              <a:gd name="csX2" fmla="*/ 811161 w 5014451"/>
              <a:gd name="csY2" fmla="*/ 717736 h 2726826"/>
              <a:gd name="csX3" fmla="*/ 825909 w 5014451"/>
              <a:gd name="csY3" fmla="*/ 2524413 h 2726826"/>
              <a:gd name="csX4" fmla="*/ 951271 w 5014451"/>
              <a:gd name="csY4" fmla="*/ 2679271 h 2726826"/>
              <a:gd name="csX5" fmla="*/ 2979174 w 5014451"/>
              <a:gd name="csY5" fmla="*/ 2642400 h 2726826"/>
              <a:gd name="csX6" fmla="*/ 3126658 w 5014451"/>
              <a:gd name="csY6" fmla="*/ 2524413 h 2726826"/>
              <a:gd name="csX7" fmla="*/ 3259393 w 5014451"/>
              <a:gd name="csY7" fmla="*/ 304781 h 2726826"/>
              <a:gd name="csX8" fmla="*/ 5014451 w 5014451"/>
              <a:gd name="csY8" fmla="*/ 76181 h 2726826"/>
              <a:gd name="csX0" fmla="*/ 0 w 5014451"/>
              <a:gd name="csY0" fmla="*/ 651368 h 2726826"/>
              <a:gd name="csX1" fmla="*/ 693174 w 5014451"/>
              <a:gd name="csY1" fmla="*/ 636620 h 2726826"/>
              <a:gd name="csX2" fmla="*/ 811161 w 5014451"/>
              <a:gd name="csY2" fmla="*/ 717736 h 2726826"/>
              <a:gd name="csX3" fmla="*/ 825909 w 5014451"/>
              <a:gd name="csY3" fmla="*/ 2524413 h 2726826"/>
              <a:gd name="csX4" fmla="*/ 951271 w 5014451"/>
              <a:gd name="csY4" fmla="*/ 2679271 h 2726826"/>
              <a:gd name="csX5" fmla="*/ 2979174 w 5014451"/>
              <a:gd name="csY5" fmla="*/ 2642400 h 2726826"/>
              <a:gd name="csX6" fmla="*/ 3126658 w 5014451"/>
              <a:gd name="csY6" fmla="*/ 2524413 h 2726826"/>
              <a:gd name="csX7" fmla="*/ 3259393 w 5014451"/>
              <a:gd name="csY7" fmla="*/ 304781 h 2726826"/>
              <a:gd name="csX8" fmla="*/ 5014451 w 5014451"/>
              <a:gd name="csY8" fmla="*/ 76181 h 2726826"/>
              <a:gd name="csX0" fmla="*/ 0 w 5014451"/>
              <a:gd name="csY0" fmla="*/ 651368 h 2726826"/>
              <a:gd name="csX1" fmla="*/ 693174 w 5014451"/>
              <a:gd name="csY1" fmla="*/ 636620 h 2726826"/>
              <a:gd name="csX2" fmla="*/ 811161 w 5014451"/>
              <a:gd name="csY2" fmla="*/ 717736 h 2726826"/>
              <a:gd name="csX3" fmla="*/ 825909 w 5014451"/>
              <a:gd name="csY3" fmla="*/ 2524413 h 2726826"/>
              <a:gd name="csX4" fmla="*/ 951271 w 5014451"/>
              <a:gd name="csY4" fmla="*/ 2679271 h 2726826"/>
              <a:gd name="csX5" fmla="*/ 2979174 w 5014451"/>
              <a:gd name="csY5" fmla="*/ 2642400 h 2726826"/>
              <a:gd name="csX6" fmla="*/ 3126658 w 5014451"/>
              <a:gd name="csY6" fmla="*/ 2524413 h 2726826"/>
              <a:gd name="csX7" fmla="*/ 3259393 w 5014451"/>
              <a:gd name="csY7" fmla="*/ 304781 h 2726826"/>
              <a:gd name="csX8" fmla="*/ 5014451 w 5014451"/>
              <a:gd name="csY8" fmla="*/ 76181 h 2726826"/>
              <a:gd name="csX0" fmla="*/ 0 w 5014451"/>
              <a:gd name="csY0" fmla="*/ 651368 h 2726826"/>
              <a:gd name="csX1" fmla="*/ 693174 w 5014451"/>
              <a:gd name="csY1" fmla="*/ 636620 h 2726826"/>
              <a:gd name="csX2" fmla="*/ 811161 w 5014451"/>
              <a:gd name="csY2" fmla="*/ 717736 h 2726826"/>
              <a:gd name="csX3" fmla="*/ 825909 w 5014451"/>
              <a:gd name="csY3" fmla="*/ 2524413 h 2726826"/>
              <a:gd name="csX4" fmla="*/ 951271 w 5014451"/>
              <a:gd name="csY4" fmla="*/ 2679271 h 2726826"/>
              <a:gd name="csX5" fmla="*/ 2979174 w 5014451"/>
              <a:gd name="csY5" fmla="*/ 2642400 h 2726826"/>
              <a:gd name="csX6" fmla="*/ 3126658 w 5014451"/>
              <a:gd name="csY6" fmla="*/ 2524413 h 2726826"/>
              <a:gd name="csX7" fmla="*/ 3259393 w 5014451"/>
              <a:gd name="csY7" fmla="*/ 304781 h 2726826"/>
              <a:gd name="csX8" fmla="*/ 5014451 w 5014451"/>
              <a:gd name="csY8" fmla="*/ 76181 h 2726826"/>
              <a:gd name="csX0" fmla="*/ 0 w 5014451"/>
              <a:gd name="csY0" fmla="*/ 651368 h 2732464"/>
              <a:gd name="csX1" fmla="*/ 693174 w 5014451"/>
              <a:gd name="csY1" fmla="*/ 636620 h 2732464"/>
              <a:gd name="csX2" fmla="*/ 811161 w 5014451"/>
              <a:gd name="csY2" fmla="*/ 717736 h 2732464"/>
              <a:gd name="csX3" fmla="*/ 825909 w 5014451"/>
              <a:gd name="csY3" fmla="*/ 2524413 h 2732464"/>
              <a:gd name="csX4" fmla="*/ 951271 w 5014451"/>
              <a:gd name="csY4" fmla="*/ 2679271 h 2732464"/>
              <a:gd name="csX5" fmla="*/ 2979174 w 5014451"/>
              <a:gd name="csY5" fmla="*/ 2642400 h 2732464"/>
              <a:gd name="csX6" fmla="*/ 3126658 w 5014451"/>
              <a:gd name="csY6" fmla="*/ 2524413 h 2732464"/>
              <a:gd name="csX7" fmla="*/ 3259393 w 5014451"/>
              <a:gd name="csY7" fmla="*/ 304781 h 2732464"/>
              <a:gd name="csX8" fmla="*/ 5014451 w 5014451"/>
              <a:gd name="csY8" fmla="*/ 76181 h 2732464"/>
              <a:gd name="csX0" fmla="*/ 0 w 5014451"/>
              <a:gd name="csY0" fmla="*/ 651368 h 2679280"/>
              <a:gd name="csX1" fmla="*/ 693174 w 5014451"/>
              <a:gd name="csY1" fmla="*/ 636620 h 2679280"/>
              <a:gd name="csX2" fmla="*/ 811161 w 5014451"/>
              <a:gd name="csY2" fmla="*/ 717736 h 2679280"/>
              <a:gd name="csX3" fmla="*/ 825909 w 5014451"/>
              <a:gd name="csY3" fmla="*/ 2524413 h 2679280"/>
              <a:gd name="csX4" fmla="*/ 951271 w 5014451"/>
              <a:gd name="csY4" fmla="*/ 2679271 h 2679280"/>
              <a:gd name="csX5" fmla="*/ 2979174 w 5014451"/>
              <a:gd name="csY5" fmla="*/ 2642400 h 2679280"/>
              <a:gd name="csX6" fmla="*/ 3126658 w 5014451"/>
              <a:gd name="csY6" fmla="*/ 2524413 h 2679280"/>
              <a:gd name="csX7" fmla="*/ 3259393 w 5014451"/>
              <a:gd name="csY7" fmla="*/ 304781 h 2679280"/>
              <a:gd name="csX8" fmla="*/ 5014451 w 5014451"/>
              <a:gd name="csY8" fmla="*/ 76181 h 2679280"/>
              <a:gd name="csX0" fmla="*/ 0 w 5014451"/>
              <a:gd name="csY0" fmla="*/ 651368 h 2679280"/>
              <a:gd name="csX1" fmla="*/ 693174 w 5014451"/>
              <a:gd name="csY1" fmla="*/ 636620 h 2679280"/>
              <a:gd name="csX2" fmla="*/ 811161 w 5014451"/>
              <a:gd name="csY2" fmla="*/ 717736 h 2679280"/>
              <a:gd name="csX3" fmla="*/ 825909 w 5014451"/>
              <a:gd name="csY3" fmla="*/ 2524413 h 2679280"/>
              <a:gd name="csX4" fmla="*/ 951271 w 5014451"/>
              <a:gd name="csY4" fmla="*/ 2679271 h 2679280"/>
              <a:gd name="csX5" fmla="*/ 2979174 w 5014451"/>
              <a:gd name="csY5" fmla="*/ 2642400 h 2679280"/>
              <a:gd name="csX6" fmla="*/ 3126658 w 5014451"/>
              <a:gd name="csY6" fmla="*/ 2524413 h 2679280"/>
              <a:gd name="csX7" fmla="*/ 3259393 w 5014451"/>
              <a:gd name="csY7" fmla="*/ 304781 h 2679280"/>
              <a:gd name="csX8" fmla="*/ 5014451 w 5014451"/>
              <a:gd name="csY8" fmla="*/ 76181 h 2679280"/>
              <a:gd name="csX0" fmla="*/ 0 w 5014451"/>
              <a:gd name="csY0" fmla="*/ 599114 h 2627026"/>
              <a:gd name="csX1" fmla="*/ 693174 w 5014451"/>
              <a:gd name="csY1" fmla="*/ 584366 h 2627026"/>
              <a:gd name="csX2" fmla="*/ 811161 w 5014451"/>
              <a:gd name="csY2" fmla="*/ 665482 h 2627026"/>
              <a:gd name="csX3" fmla="*/ 825909 w 5014451"/>
              <a:gd name="csY3" fmla="*/ 2472159 h 2627026"/>
              <a:gd name="csX4" fmla="*/ 951271 w 5014451"/>
              <a:gd name="csY4" fmla="*/ 2627017 h 2627026"/>
              <a:gd name="csX5" fmla="*/ 2979174 w 5014451"/>
              <a:gd name="csY5" fmla="*/ 2590146 h 2627026"/>
              <a:gd name="csX6" fmla="*/ 3126658 w 5014451"/>
              <a:gd name="csY6" fmla="*/ 2472159 h 2627026"/>
              <a:gd name="csX7" fmla="*/ 3259393 w 5014451"/>
              <a:gd name="csY7" fmla="*/ 252527 h 2627026"/>
              <a:gd name="csX8" fmla="*/ 5014451 w 5014451"/>
              <a:gd name="csY8" fmla="*/ 23927 h 2627026"/>
              <a:gd name="csX0" fmla="*/ 0 w 5014451"/>
              <a:gd name="csY0" fmla="*/ 599114 h 2627026"/>
              <a:gd name="csX1" fmla="*/ 693174 w 5014451"/>
              <a:gd name="csY1" fmla="*/ 584366 h 2627026"/>
              <a:gd name="csX2" fmla="*/ 811161 w 5014451"/>
              <a:gd name="csY2" fmla="*/ 665482 h 2627026"/>
              <a:gd name="csX3" fmla="*/ 825909 w 5014451"/>
              <a:gd name="csY3" fmla="*/ 2472159 h 2627026"/>
              <a:gd name="csX4" fmla="*/ 951271 w 5014451"/>
              <a:gd name="csY4" fmla="*/ 2627017 h 2627026"/>
              <a:gd name="csX5" fmla="*/ 2979174 w 5014451"/>
              <a:gd name="csY5" fmla="*/ 2590146 h 2627026"/>
              <a:gd name="csX6" fmla="*/ 3126658 w 5014451"/>
              <a:gd name="csY6" fmla="*/ 2472159 h 2627026"/>
              <a:gd name="csX7" fmla="*/ 3259393 w 5014451"/>
              <a:gd name="csY7" fmla="*/ 252527 h 2627026"/>
              <a:gd name="csX8" fmla="*/ 5014451 w 5014451"/>
              <a:gd name="csY8" fmla="*/ 23927 h 2627026"/>
              <a:gd name="csX0" fmla="*/ 0 w 5014451"/>
              <a:gd name="csY0" fmla="*/ 596577 h 2624489"/>
              <a:gd name="csX1" fmla="*/ 693174 w 5014451"/>
              <a:gd name="csY1" fmla="*/ 581829 h 2624489"/>
              <a:gd name="csX2" fmla="*/ 811161 w 5014451"/>
              <a:gd name="csY2" fmla="*/ 662945 h 2624489"/>
              <a:gd name="csX3" fmla="*/ 825909 w 5014451"/>
              <a:gd name="csY3" fmla="*/ 2469622 h 2624489"/>
              <a:gd name="csX4" fmla="*/ 951271 w 5014451"/>
              <a:gd name="csY4" fmla="*/ 2624480 h 2624489"/>
              <a:gd name="csX5" fmla="*/ 2979174 w 5014451"/>
              <a:gd name="csY5" fmla="*/ 2587609 h 2624489"/>
              <a:gd name="csX6" fmla="*/ 3126658 w 5014451"/>
              <a:gd name="csY6" fmla="*/ 2469622 h 2624489"/>
              <a:gd name="csX7" fmla="*/ 3259393 w 5014451"/>
              <a:gd name="csY7" fmla="*/ 249990 h 2624489"/>
              <a:gd name="csX8" fmla="*/ 5014451 w 5014451"/>
              <a:gd name="csY8" fmla="*/ 21390 h 26244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014451" h="2624489">
                <a:moveTo>
                  <a:pt x="0" y="596577"/>
                </a:moveTo>
                <a:cubicBezTo>
                  <a:pt x="278990" y="583672"/>
                  <a:pt x="557981" y="570768"/>
                  <a:pt x="693174" y="581829"/>
                </a:cubicBezTo>
                <a:cubicBezTo>
                  <a:pt x="828367" y="592890"/>
                  <a:pt x="796413" y="584287"/>
                  <a:pt x="811161" y="662945"/>
                </a:cubicBezTo>
                <a:cubicBezTo>
                  <a:pt x="825909" y="741603"/>
                  <a:pt x="816844" y="2357012"/>
                  <a:pt x="825909" y="2469622"/>
                </a:cubicBezTo>
                <a:cubicBezTo>
                  <a:pt x="834974" y="2582232"/>
                  <a:pt x="811469" y="2623866"/>
                  <a:pt x="951271" y="2624480"/>
                </a:cubicBezTo>
                <a:cubicBezTo>
                  <a:pt x="1091073" y="2625094"/>
                  <a:pt x="2911884" y="2594369"/>
                  <a:pt x="2979174" y="2587609"/>
                </a:cubicBezTo>
                <a:cubicBezTo>
                  <a:pt x="3046464" y="2580849"/>
                  <a:pt x="3122818" y="2563950"/>
                  <a:pt x="3126658" y="2469622"/>
                </a:cubicBezTo>
                <a:cubicBezTo>
                  <a:pt x="3130498" y="2375294"/>
                  <a:pt x="3173361" y="353229"/>
                  <a:pt x="3259393" y="249990"/>
                </a:cubicBezTo>
                <a:cubicBezTo>
                  <a:pt x="3345425" y="146751"/>
                  <a:pt x="4294238" y="-68330"/>
                  <a:pt x="5014451" y="2139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Left Brace 91">
            <a:extLst>
              <a:ext uri="{FF2B5EF4-FFF2-40B4-BE49-F238E27FC236}">
                <a16:creationId xmlns:a16="http://schemas.microsoft.com/office/drawing/2014/main" id="{3D8CC605-51E4-F312-A4FD-9A7F7EF1B475}"/>
              </a:ext>
            </a:extLst>
          </p:cNvPr>
          <p:cNvSpPr/>
          <p:nvPr/>
        </p:nvSpPr>
        <p:spPr>
          <a:xfrm>
            <a:off x="1196701" y="2765334"/>
            <a:ext cx="211586" cy="310110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84F0E0CA-0D9B-4013-E955-A28E20C036C4}"/>
                  </a:ext>
                </a:extLst>
              </p:cNvPr>
              <p:cNvSpPr txBox="1"/>
              <p:nvPr/>
            </p:nvSpPr>
            <p:spPr>
              <a:xfrm>
                <a:off x="163907" y="3966866"/>
                <a:ext cx="956488" cy="727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These GPUs need to concurrently transmit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𝑝𝑟𝑒𝑓𝑖𝑙𝑙</m:t>
                        </m:r>
                      </m:sub>
                    </m:sSub>
                  </m:oMath>
                </a14:m>
                <a:r>
                  <a:rPr lang="en-US" sz="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𝐾𝑉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h𝑎𝑛𝑑𝑜𝑓𝑓</m:t>
                        </m:r>
                      </m:sub>
                    </m:sSub>
                    <m:r>
                      <a:rPr lang="en-US" sz="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800" dirty="0"/>
                  <a:t>via their PCI interface.</a:t>
                </a: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84F0E0CA-0D9B-4013-E955-A28E20C03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07" y="3966866"/>
                <a:ext cx="956488" cy="727763"/>
              </a:xfrm>
              <a:prstGeom prst="rect">
                <a:avLst/>
              </a:prstGeom>
              <a:blipFill>
                <a:blip r:embed="rId2"/>
                <a:stretch>
                  <a:fillRect b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Speech Bubble: Rectangle with Corners Rounded 93">
                <a:extLst>
                  <a:ext uri="{FF2B5EF4-FFF2-40B4-BE49-F238E27FC236}">
                    <a16:creationId xmlns:a16="http://schemas.microsoft.com/office/drawing/2014/main" id="{55E940E4-5207-12C7-7E3E-09A6DB5F3A45}"/>
                  </a:ext>
                </a:extLst>
              </p:cNvPr>
              <p:cNvSpPr/>
              <p:nvPr/>
            </p:nvSpPr>
            <p:spPr>
              <a:xfrm>
                <a:off x="3467812" y="4581607"/>
                <a:ext cx="1088942" cy="877532"/>
              </a:xfrm>
              <a:prstGeom prst="wedgeRoundRectCallout">
                <a:avLst>
                  <a:gd name="adj1" fmla="val -40076"/>
                  <a:gd name="adj2" fmla="val -142711"/>
                  <a:gd name="adj3" fmla="val 16667"/>
                </a:avLst>
              </a:prstGeom>
              <a:solidFill>
                <a:srgbClr val="FFFC8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800" dirty="0">
                    <a:solidFill>
                      <a:schemeClr val="tx1"/>
                    </a:solidFill>
                  </a:rPr>
                  <a:t>These PCI lanes must transmit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𝐾𝑉</m:t>
                        </m:r>
                      </m:e>
                      <m:sub>
                        <m:r>
                          <a:rPr lang="en-US" sz="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h𝑎𝑛𝑑𝑜𝑓𝑓</m:t>
                        </m:r>
                      </m:sub>
                    </m:sSub>
                  </m:oMath>
                </a14:m>
                <a:r>
                  <a:rPr lang="en-US" sz="800" dirty="0">
                    <a:solidFill>
                      <a:schemeClr val="tx1"/>
                    </a:solidFill>
                  </a:rPr>
                  <a:t> x 4 concurrently.  </a:t>
                </a:r>
                <a:r>
                  <a:rPr lang="en-US" sz="800" b="1" dirty="0">
                    <a:solidFill>
                      <a:schemeClr val="tx1"/>
                    </a:solidFill>
                  </a:rPr>
                  <a:t>This is the bottleneck!</a:t>
                </a:r>
              </a:p>
            </p:txBody>
          </p:sp>
        </mc:Choice>
        <mc:Fallback xmlns="">
          <p:sp>
            <p:nvSpPr>
              <p:cNvPr id="94" name="Speech Bubble: Rectangle with Corners Rounded 93">
                <a:extLst>
                  <a:ext uri="{FF2B5EF4-FFF2-40B4-BE49-F238E27FC236}">
                    <a16:creationId xmlns:a16="http://schemas.microsoft.com/office/drawing/2014/main" id="{55E940E4-5207-12C7-7E3E-09A6DB5F3A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812" y="4581607"/>
                <a:ext cx="1088942" cy="877532"/>
              </a:xfrm>
              <a:prstGeom prst="wedgeRoundRectCallout">
                <a:avLst>
                  <a:gd name="adj1" fmla="val -40076"/>
                  <a:gd name="adj2" fmla="val -142711"/>
                  <a:gd name="adj3" fmla="val 16667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F6CAB263-BE93-95DB-70B3-E3A9F7C6200E}"/>
              </a:ext>
            </a:extLst>
          </p:cNvPr>
          <p:cNvGrpSpPr/>
          <p:nvPr/>
        </p:nvGrpSpPr>
        <p:grpSpPr>
          <a:xfrm>
            <a:off x="3662664" y="3292848"/>
            <a:ext cx="894797" cy="572294"/>
            <a:chOff x="3617019" y="3013602"/>
            <a:chExt cx="894797" cy="57229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38CD7B7-7B9B-7A62-4F7C-243BCFB22D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79291" y="3071002"/>
              <a:ext cx="757950" cy="514894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6A8327C-3105-DFEF-FF08-35678BBCF8F4}"/>
                </a:ext>
              </a:extLst>
            </p:cNvPr>
            <p:cNvSpPr txBox="1"/>
            <p:nvPr/>
          </p:nvSpPr>
          <p:spPr>
            <a:xfrm>
              <a:off x="3617019" y="3013602"/>
              <a:ext cx="89479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rgbClr val="00B050"/>
                  </a:solidFill>
                </a:rPr>
                <a:t>Infiniband NDR</a:t>
              </a:r>
            </a:p>
          </p:txBody>
        </p:sp>
      </p:grpSp>
      <p:sp>
        <p:nvSpPr>
          <p:cNvPr id="1595" name="Rectangle 1594">
            <a:extLst>
              <a:ext uri="{FF2B5EF4-FFF2-40B4-BE49-F238E27FC236}">
                <a16:creationId xmlns:a16="http://schemas.microsoft.com/office/drawing/2014/main" id="{F74CF8B4-BF18-807C-C74C-BBF6BB3AD0F2}"/>
              </a:ext>
            </a:extLst>
          </p:cNvPr>
          <p:cNvSpPr/>
          <p:nvPr/>
        </p:nvSpPr>
        <p:spPr>
          <a:xfrm>
            <a:off x="6209813" y="543370"/>
            <a:ext cx="3946660" cy="86607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6" name="Rectangle 1595">
            <a:extLst>
              <a:ext uri="{FF2B5EF4-FFF2-40B4-BE49-F238E27FC236}">
                <a16:creationId xmlns:a16="http://schemas.microsoft.com/office/drawing/2014/main" id="{51406663-6F67-45BB-F0A2-106CD3B5E0B0}"/>
              </a:ext>
            </a:extLst>
          </p:cNvPr>
          <p:cNvSpPr/>
          <p:nvPr/>
        </p:nvSpPr>
        <p:spPr>
          <a:xfrm>
            <a:off x="6208535" y="2276234"/>
            <a:ext cx="3947937" cy="86607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7" name="Rectangle 1596">
            <a:extLst>
              <a:ext uri="{FF2B5EF4-FFF2-40B4-BE49-F238E27FC236}">
                <a16:creationId xmlns:a16="http://schemas.microsoft.com/office/drawing/2014/main" id="{8E4153BE-247D-13FD-7A06-620CBD91DDBE}"/>
              </a:ext>
            </a:extLst>
          </p:cNvPr>
          <p:cNvSpPr/>
          <p:nvPr/>
        </p:nvSpPr>
        <p:spPr>
          <a:xfrm>
            <a:off x="6208535" y="4054264"/>
            <a:ext cx="3947937" cy="86607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8" name="Rectangle 1597">
            <a:extLst>
              <a:ext uri="{FF2B5EF4-FFF2-40B4-BE49-F238E27FC236}">
                <a16:creationId xmlns:a16="http://schemas.microsoft.com/office/drawing/2014/main" id="{8F320B17-ACCF-0388-33E8-F8C48CCF444F}"/>
              </a:ext>
            </a:extLst>
          </p:cNvPr>
          <p:cNvSpPr/>
          <p:nvPr/>
        </p:nvSpPr>
        <p:spPr>
          <a:xfrm>
            <a:off x="6221149" y="5814653"/>
            <a:ext cx="3935324" cy="86607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9" name="TextBox 1598">
            <a:extLst>
              <a:ext uri="{FF2B5EF4-FFF2-40B4-BE49-F238E27FC236}">
                <a16:creationId xmlns:a16="http://schemas.microsoft.com/office/drawing/2014/main" id="{1C761D02-E89F-94CD-2E7D-B3E11E10974F}"/>
              </a:ext>
            </a:extLst>
          </p:cNvPr>
          <p:cNvSpPr txBox="1"/>
          <p:nvPr/>
        </p:nvSpPr>
        <p:spPr>
          <a:xfrm>
            <a:off x="7183539" y="500979"/>
            <a:ext cx="6014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>
                <a:solidFill>
                  <a:srgbClr val="0070C0"/>
                </a:solidFill>
              </a:rPr>
              <a:t>Decode</a:t>
            </a:r>
          </a:p>
        </p:txBody>
      </p:sp>
      <p:grpSp>
        <p:nvGrpSpPr>
          <p:cNvPr id="1600" name="Group 1599">
            <a:extLst>
              <a:ext uri="{FF2B5EF4-FFF2-40B4-BE49-F238E27FC236}">
                <a16:creationId xmlns:a16="http://schemas.microsoft.com/office/drawing/2014/main" id="{D8E47DCB-F49C-B5E6-2D11-94AD3C9C58C8}"/>
              </a:ext>
            </a:extLst>
          </p:cNvPr>
          <p:cNvGrpSpPr>
            <a:grpSpLocks noChangeAspect="1"/>
          </p:cNvGrpSpPr>
          <p:nvPr/>
        </p:nvGrpSpPr>
        <p:grpSpPr>
          <a:xfrm>
            <a:off x="7284033" y="6058259"/>
            <a:ext cx="411851" cy="351150"/>
            <a:chOff x="3251348" y="1795096"/>
            <a:chExt cx="3827633" cy="3263516"/>
          </a:xfrm>
        </p:grpSpPr>
        <p:sp>
          <p:nvSpPr>
            <p:cNvPr id="1601" name="Rectangle 1600">
              <a:extLst>
                <a:ext uri="{FF2B5EF4-FFF2-40B4-BE49-F238E27FC236}">
                  <a16:creationId xmlns:a16="http://schemas.microsoft.com/office/drawing/2014/main" id="{53EAFF55-FF7E-79D9-9FA7-3E2030929C69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02" name="Group 1601">
              <a:extLst>
                <a:ext uri="{FF2B5EF4-FFF2-40B4-BE49-F238E27FC236}">
                  <a16:creationId xmlns:a16="http://schemas.microsoft.com/office/drawing/2014/main" id="{57976A58-C9EF-4B9D-B29C-1F7FCB2F523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603" name="Freeform: Shape 1602">
                <a:extLst>
                  <a:ext uri="{FF2B5EF4-FFF2-40B4-BE49-F238E27FC236}">
                    <a16:creationId xmlns:a16="http://schemas.microsoft.com/office/drawing/2014/main" id="{3BD73F81-0C96-3CDB-214C-C8777AEE70E6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0EFD2648-815F-9FA7-E3FC-D93F324EBBD8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605" name="Rectangle: Rounded Corners 1604">
                <a:extLst>
                  <a:ext uri="{FF2B5EF4-FFF2-40B4-BE49-F238E27FC236}">
                    <a16:creationId xmlns:a16="http://schemas.microsoft.com/office/drawing/2014/main" id="{5F8E0E15-4F4C-57D5-19A8-DD01A7CACC52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6" name="Rectangle: Rounded Corners 1605">
                <a:extLst>
                  <a:ext uri="{FF2B5EF4-FFF2-40B4-BE49-F238E27FC236}">
                    <a16:creationId xmlns:a16="http://schemas.microsoft.com/office/drawing/2014/main" id="{31486E2B-4771-6425-34A8-270CFE61A470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7" name="Rectangle: Rounded Corners 1606">
                <a:extLst>
                  <a:ext uri="{FF2B5EF4-FFF2-40B4-BE49-F238E27FC236}">
                    <a16:creationId xmlns:a16="http://schemas.microsoft.com/office/drawing/2014/main" id="{9343AB58-1A3C-EE02-98A1-CA983873389B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8" name="Rectangle: Rounded Corners 1607">
                <a:extLst>
                  <a:ext uri="{FF2B5EF4-FFF2-40B4-BE49-F238E27FC236}">
                    <a16:creationId xmlns:a16="http://schemas.microsoft.com/office/drawing/2014/main" id="{94FD45B1-E80E-E7CF-B166-844C308D8304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9" name="Rectangle: Rounded Corners 1608">
                <a:extLst>
                  <a:ext uri="{FF2B5EF4-FFF2-40B4-BE49-F238E27FC236}">
                    <a16:creationId xmlns:a16="http://schemas.microsoft.com/office/drawing/2014/main" id="{BD8F8E84-9A4A-9855-1495-89E757EBFDE7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0" name="Rectangle: Rounded Corners 1609">
                <a:extLst>
                  <a:ext uri="{FF2B5EF4-FFF2-40B4-BE49-F238E27FC236}">
                    <a16:creationId xmlns:a16="http://schemas.microsoft.com/office/drawing/2014/main" id="{40253AC9-2188-B5E0-1A5E-A64E36CB31F2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1" name="Rectangle: Rounded Corners 1610">
                <a:extLst>
                  <a:ext uri="{FF2B5EF4-FFF2-40B4-BE49-F238E27FC236}">
                    <a16:creationId xmlns:a16="http://schemas.microsoft.com/office/drawing/2014/main" id="{B75EAA17-AFB9-A441-87E9-070C593CD262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2" name="Rectangle: Rounded Corners 1611">
                <a:extLst>
                  <a:ext uri="{FF2B5EF4-FFF2-40B4-BE49-F238E27FC236}">
                    <a16:creationId xmlns:a16="http://schemas.microsoft.com/office/drawing/2014/main" id="{B07B82E4-5AB1-34C5-2EB5-40A6106ACE1A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13" name="Group 1612">
                <a:extLst>
                  <a:ext uri="{FF2B5EF4-FFF2-40B4-BE49-F238E27FC236}">
                    <a16:creationId xmlns:a16="http://schemas.microsoft.com/office/drawing/2014/main" id="{8CC24536-A1BC-3048-80A4-0C89B1825211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619" name="Rectangle: Rounded Corners 1618">
                  <a:extLst>
                    <a:ext uri="{FF2B5EF4-FFF2-40B4-BE49-F238E27FC236}">
                      <a16:creationId xmlns:a16="http://schemas.microsoft.com/office/drawing/2014/main" id="{325556D4-99F3-57E6-9CA7-3FBFECA8274E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0" name="Rectangle: Rounded Corners 1619">
                  <a:extLst>
                    <a:ext uri="{FF2B5EF4-FFF2-40B4-BE49-F238E27FC236}">
                      <a16:creationId xmlns:a16="http://schemas.microsoft.com/office/drawing/2014/main" id="{59AC7142-42B3-9C58-9930-7E0F37F651B6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1" name="Rectangle: Rounded Corners 1620">
                  <a:extLst>
                    <a:ext uri="{FF2B5EF4-FFF2-40B4-BE49-F238E27FC236}">
                      <a16:creationId xmlns:a16="http://schemas.microsoft.com/office/drawing/2014/main" id="{AA44D1E9-A3AC-7922-2E59-8D3F033761C9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2" name="Rectangle: Rounded Corners 1621">
                  <a:extLst>
                    <a:ext uri="{FF2B5EF4-FFF2-40B4-BE49-F238E27FC236}">
                      <a16:creationId xmlns:a16="http://schemas.microsoft.com/office/drawing/2014/main" id="{190F4769-FDDB-A90C-9863-3108CCB00F9B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14" name="Group 1613">
                <a:extLst>
                  <a:ext uri="{FF2B5EF4-FFF2-40B4-BE49-F238E27FC236}">
                    <a16:creationId xmlns:a16="http://schemas.microsoft.com/office/drawing/2014/main" id="{8817E43C-3050-6501-B280-EB71CDFF7033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615" name="Rectangle: Rounded Corners 1614">
                  <a:extLst>
                    <a:ext uri="{FF2B5EF4-FFF2-40B4-BE49-F238E27FC236}">
                      <a16:creationId xmlns:a16="http://schemas.microsoft.com/office/drawing/2014/main" id="{B9D5B01D-0660-DA7B-A5EC-87FC3928E4F3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6" name="Rectangle: Rounded Corners 1615">
                  <a:extLst>
                    <a:ext uri="{FF2B5EF4-FFF2-40B4-BE49-F238E27FC236}">
                      <a16:creationId xmlns:a16="http://schemas.microsoft.com/office/drawing/2014/main" id="{04537164-2FCE-C4A8-8146-637B2D1A97E6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7" name="Rectangle: Rounded Corners 1616">
                  <a:extLst>
                    <a:ext uri="{FF2B5EF4-FFF2-40B4-BE49-F238E27FC236}">
                      <a16:creationId xmlns:a16="http://schemas.microsoft.com/office/drawing/2014/main" id="{57EFD3FD-9227-5D65-CD5D-9C9ADE215C53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8" name="Rectangle: Rounded Corners 1617">
                  <a:extLst>
                    <a:ext uri="{FF2B5EF4-FFF2-40B4-BE49-F238E27FC236}">
                      <a16:creationId xmlns:a16="http://schemas.microsoft.com/office/drawing/2014/main" id="{EB84ABC2-B77E-E1F1-E0F5-0EC8830D7793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623" name="Group 1622">
            <a:extLst>
              <a:ext uri="{FF2B5EF4-FFF2-40B4-BE49-F238E27FC236}">
                <a16:creationId xmlns:a16="http://schemas.microsoft.com/office/drawing/2014/main" id="{92956C97-B541-6D5E-FCAA-B9E39E9F6A41}"/>
              </a:ext>
            </a:extLst>
          </p:cNvPr>
          <p:cNvGrpSpPr>
            <a:grpSpLocks noChangeAspect="1"/>
          </p:cNvGrpSpPr>
          <p:nvPr/>
        </p:nvGrpSpPr>
        <p:grpSpPr>
          <a:xfrm>
            <a:off x="7284033" y="4302974"/>
            <a:ext cx="411851" cy="351150"/>
            <a:chOff x="3251348" y="1795096"/>
            <a:chExt cx="3827633" cy="3263516"/>
          </a:xfrm>
        </p:grpSpPr>
        <p:sp>
          <p:nvSpPr>
            <p:cNvPr id="1624" name="Rectangle 1623">
              <a:extLst>
                <a:ext uri="{FF2B5EF4-FFF2-40B4-BE49-F238E27FC236}">
                  <a16:creationId xmlns:a16="http://schemas.microsoft.com/office/drawing/2014/main" id="{54125B31-4E22-99DD-1EA6-906F5D3234A4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25" name="Group 1624">
              <a:extLst>
                <a:ext uri="{FF2B5EF4-FFF2-40B4-BE49-F238E27FC236}">
                  <a16:creationId xmlns:a16="http://schemas.microsoft.com/office/drawing/2014/main" id="{80972DE4-74C2-D90F-DD50-FC5C7EF73DD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0E0D1554-6281-7CAE-29DA-E820CAB7279F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A4CAE28F-FC94-48BB-3DC4-00D5C2D64353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628" name="Rectangle: Rounded Corners 1627">
                <a:extLst>
                  <a:ext uri="{FF2B5EF4-FFF2-40B4-BE49-F238E27FC236}">
                    <a16:creationId xmlns:a16="http://schemas.microsoft.com/office/drawing/2014/main" id="{2DF6864D-E2E8-1EF1-0E60-7F781A5C6F2F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9" name="Rectangle: Rounded Corners 1628">
                <a:extLst>
                  <a:ext uri="{FF2B5EF4-FFF2-40B4-BE49-F238E27FC236}">
                    <a16:creationId xmlns:a16="http://schemas.microsoft.com/office/drawing/2014/main" id="{468BC988-110C-AE8D-799F-02C3EEDE505E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0" name="Rectangle: Rounded Corners 1629">
                <a:extLst>
                  <a:ext uri="{FF2B5EF4-FFF2-40B4-BE49-F238E27FC236}">
                    <a16:creationId xmlns:a16="http://schemas.microsoft.com/office/drawing/2014/main" id="{77F94BF6-EDDC-E435-750C-DBBF05FA74EB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1" name="Rectangle: Rounded Corners 1630">
                <a:extLst>
                  <a:ext uri="{FF2B5EF4-FFF2-40B4-BE49-F238E27FC236}">
                    <a16:creationId xmlns:a16="http://schemas.microsoft.com/office/drawing/2014/main" id="{EB8DF5CA-A266-C8C6-E8E0-0A091BC73D34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2" name="Rectangle: Rounded Corners 1631">
                <a:extLst>
                  <a:ext uri="{FF2B5EF4-FFF2-40B4-BE49-F238E27FC236}">
                    <a16:creationId xmlns:a16="http://schemas.microsoft.com/office/drawing/2014/main" id="{6CCCD35A-279F-E0DE-DD5E-6B6ED3272AA1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3" name="Rectangle: Rounded Corners 1632">
                <a:extLst>
                  <a:ext uri="{FF2B5EF4-FFF2-40B4-BE49-F238E27FC236}">
                    <a16:creationId xmlns:a16="http://schemas.microsoft.com/office/drawing/2014/main" id="{961B9B3A-A746-0C17-7825-2304102EB185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4" name="Rectangle: Rounded Corners 1633">
                <a:extLst>
                  <a:ext uri="{FF2B5EF4-FFF2-40B4-BE49-F238E27FC236}">
                    <a16:creationId xmlns:a16="http://schemas.microsoft.com/office/drawing/2014/main" id="{5B415CFA-CF4B-F750-D99C-3E20FAC7432F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5" name="Rectangle: Rounded Corners 1634">
                <a:extLst>
                  <a:ext uri="{FF2B5EF4-FFF2-40B4-BE49-F238E27FC236}">
                    <a16:creationId xmlns:a16="http://schemas.microsoft.com/office/drawing/2014/main" id="{8CB3E1E7-09F1-E6EC-CE29-BF1978665F46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36" name="Group 1635">
                <a:extLst>
                  <a:ext uri="{FF2B5EF4-FFF2-40B4-BE49-F238E27FC236}">
                    <a16:creationId xmlns:a16="http://schemas.microsoft.com/office/drawing/2014/main" id="{F6495314-5B77-6D7C-451C-A98B46CEDC5E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642" name="Rectangle: Rounded Corners 1641">
                  <a:extLst>
                    <a:ext uri="{FF2B5EF4-FFF2-40B4-BE49-F238E27FC236}">
                      <a16:creationId xmlns:a16="http://schemas.microsoft.com/office/drawing/2014/main" id="{C7B061C8-5254-3907-6AE4-A70AF0EC7628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3" name="Rectangle: Rounded Corners 1642">
                  <a:extLst>
                    <a:ext uri="{FF2B5EF4-FFF2-40B4-BE49-F238E27FC236}">
                      <a16:creationId xmlns:a16="http://schemas.microsoft.com/office/drawing/2014/main" id="{13AD0867-8145-7426-B540-06312467C720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4" name="Rectangle: Rounded Corners 1643">
                  <a:extLst>
                    <a:ext uri="{FF2B5EF4-FFF2-40B4-BE49-F238E27FC236}">
                      <a16:creationId xmlns:a16="http://schemas.microsoft.com/office/drawing/2014/main" id="{736EE10D-ECBA-7674-6C0B-80CEAF705788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5" name="Rectangle: Rounded Corners 1644">
                  <a:extLst>
                    <a:ext uri="{FF2B5EF4-FFF2-40B4-BE49-F238E27FC236}">
                      <a16:creationId xmlns:a16="http://schemas.microsoft.com/office/drawing/2014/main" id="{FDCAF4E6-79EB-F084-F9FE-863A744AA177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37" name="Group 1636">
                <a:extLst>
                  <a:ext uri="{FF2B5EF4-FFF2-40B4-BE49-F238E27FC236}">
                    <a16:creationId xmlns:a16="http://schemas.microsoft.com/office/drawing/2014/main" id="{DE165BA9-7991-2A68-D7C4-BC4A1BD5838A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638" name="Rectangle: Rounded Corners 1637">
                  <a:extLst>
                    <a:ext uri="{FF2B5EF4-FFF2-40B4-BE49-F238E27FC236}">
                      <a16:creationId xmlns:a16="http://schemas.microsoft.com/office/drawing/2014/main" id="{35CCBA25-4AD7-F17C-CC08-949BD9F4BEB9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9" name="Rectangle: Rounded Corners 1638">
                  <a:extLst>
                    <a:ext uri="{FF2B5EF4-FFF2-40B4-BE49-F238E27FC236}">
                      <a16:creationId xmlns:a16="http://schemas.microsoft.com/office/drawing/2014/main" id="{B95FA294-7EE5-521E-1922-1F4AB81695A3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0" name="Rectangle: Rounded Corners 1639">
                  <a:extLst>
                    <a:ext uri="{FF2B5EF4-FFF2-40B4-BE49-F238E27FC236}">
                      <a16:creationId xmlns:a16="http://schemas.microsoft.com/office/drawing/2014/main" id="{EAA95D77-ADE3-DD1E-943E-EECE305C642D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1" name="Rectangle: Rounded Corners 1640">
                  <a:extLst>
                    <a:ext uri="{FF2B5EF4-FFF2-40B4-BE49-F238E27FC236}">
                      <a16:creationId xmlns:a16="http://schemas.microsoft.com/office/drawing/2014/main" id="{73CB8BCB-EED0-E8E6-B6F6-C31592E2D8E7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646" name="Group 1645">
            <a:extLst>
              <a:ext uri="{FF2B5EF4-FFF2-40B4-BE49-F238E27FC236}">
                <a16:creationId xmlns:a16="http://schemas.microsoft.com/office/drawing/2014/main" id="{2713E687-803C-6EAE-1324-04480910B317}"/>
              </a:ext>
            </a:extLst>
          </p:cNvPr>
          <p:cNvGrpSpPr>
            <a:grpSpLocks noChangeAspect="1"/>
          </p:cNvGrpSpPr>
          <p:nvPr/>
        </p:nvGrpSpPr>
        <p:grpSpPr>
          <a:xfrm>
            <a:off x="7284033" y="2547688"/>
            <a:ext cx="411851" cy="351150"/>
            <a:chOff x="3251348" y="1795096"/>
            <a:chExt cx="3827633" cy="3263516"/>
          </a:xfrm>
        </p:grpSpPr>
        <p:sp>
          <p:nvSpPr>
            <p:cNvPr id="1647" name="Rectangle 1646">
              <a:extLst>
                <a:ext uri="{FF2B5EF4-FFF2-40B4-BE49-F238E27FC236}">
                  <a16:creationId xmlns:a16="http://schemas.microsoft.com/office/drawing/2014/main" id="{CF8759E5-D247-1CC3-C3AB-E51DC682B087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48" name="Group 1647">
              <a:extLst>
                <a:ext uri="{FF2B5EF4-FFF2-40B4-BE49-F238E27FC236}">
                  <a16:creationId xmlns:a16="http://schemas.microsoft.com/office/drawing/2014/main" id="{404B6990-9D37-6402-C80F-7CAD6F63558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D0450D41-B3FB-A7FF-8F78-B7FD1EE2DE21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019D92C8-F17F-D0CA-901B-8D6C7EFC04EA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651" name="Rectangle: Rounded Corners 1650">
                <a:extLst>
                  <a:ext uri="{FF2B5EF4-FFF2-40B4-BE49-F238E27FC236}">
                    <a16:creationId xmlns:a16="http://schemas.microsoft.com/office/drawing/2014/main" id="{71254421-4097-BF6B-24B6-6BD1DCE3839B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2" name="Rectangle: Rounded Corners 1651">
                <a:extLst>
                  <a:ext uri="{FF2B5EF4-FFF2-40B4-BE49-F238E27FC236}">
                    <a16:creationId xmlns:a16="http://schemas.microsoft.com/office/drawing/2014/main" id="{85EC216A-80EE-640A-2742-FDCC7CE85A02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3" name="Rectangle: Rounded Corners 1652">
                <a:extLst>
                  <a:ext uri="{FF2B5EF4-FFF2-40B4-BE49-F238E27FC236}">
                    <a16:creationId xmlns:a16="http://schemas.microsoft.com/office/drawing/2014/main" id="{8614EAAC-47C6-A95E-906F-57B7C1A4AE5B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4" name="Rectangle: Rounded Corners 1653">
                <a:extLst>
                  <a:ext uri="{FF2B5EF4-FFF2-40B4-BE49-F238E27FC236}">
                    <a16:creationId xmlns:a16="http://schemas.microsoft.com/office/drawing/2014/main" id="{324B36D0-65D2-E0EB-79CE-39E37864CE04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5" name="Rectangle: Rounded Corners 1654">
                <a:extLst>
                  <a:ext uri="{FF2B5EF4-FFF2-40B4-BE49-F238E27FC236}">
                    <a16:creationId xmlns:a16="http://schemas.microsoft.com/office/drawing/2014/main" id="{698D72FF-D15A-4B40-0DD9-98B0C11060EA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6" name="Rectangle: Rounded Corners 1655">
                <a:extLst>
                  <a:ext uri="{FF2B5EF4-FFF2-40B4-BE49-F238E27FC236}">
                    <a16:creationId xmlns:a16="http://schemas.microsoft.com/office/drawing/2014/main" id="{23A03D95-6987-93DB-F8FC-705AFDC781FC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7" name="Rectangle: Rounded Corners 1656">
                <a:extLst>
                  <a:ext uri="{FF2B5EF4-FFF2-40B4-BE49-F238E27FC236}">
                    <a16:creationId xmlns:a16="http://schemas.microsoft.com/office/drawing/2014/main" id="{33B6BCF8-029F-1F1A-86E6-6AF0F7DA3B51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8" name="Rectangle: Rounded Corners 1657">
                <a:extLst>
                  <a:ext uri="{FF2B5EF4-FFF2-40B4-BE49-F238E27FC236}">
                    <a16:creationId xmlns:a16="http://schemas.microsoft.com/office/drawing/2014/main" id="{AEFFF698-BCCB-595D-A032-25085304D80F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59" name="Group 1658">
                <a:extLst>
                  <a:ext uri="{FF2B5EF4-FFF2-40B4-BE49-F238E27FC236}">
                    <a16:creationId xmlns:a16="http://schemas.microsoft.com/office/drawing/2014/main" id="{DA47B92D-7346-D8E8-94BD-7C988FD356A2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665" name="Rectangle: Rounded Corners 1664">
                  <a:extLst>
                    <a:ext uri="{FF2B5EF4-FFF2-40B4-BE49-F238E27FC236}">
                      <a16:creationId xmlns:a16="http://schemas.microsoft.com/office/drawing/2014/main" id="{0A250A8B-9010-964D-511A-437BD42A58DC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6" name="Rectangle: Rounded Corners 1665">
                  <a:extLst>
                    <a:ext uri="{FF2B5EF4-FFF2-40B4-BE49-F238E27FC236}">
                      <a16:creationId xmlns:a16="http://schemas.microsoft.com/office/drawing/2014/main" id="{101EA10D-FF91-7515-3A5F-5419E1321133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7" name="Rectangle: Rounded Corners 1666">
                  <a:extLst>
                    <a:ext uri="{FF2B5EF4-FFF2-40B4-BE49-F238E27FC236}">
                      <a16:creationId xmlns:a16="http://schemas.microsoft.com/office/drawing/2014/main" id="{07146B3B-6AF2-7F76-DB55-E8C73BBA2A98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8" name="Rectangle: Rounded Corners 1667">
                  <a:extLst>
                    <a:ext uri="{FF2B5EF4-FFF2-40B4-BE49-F238E27FC236}">
                      <a16:creationId xmlns:a16="http://schemas.microsoft.com/office/drawing/2014/main" id="{3987D284-070D-5553-1C5D-750E90403F42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60" name="Group 1659">
                <a:extLst>
                  <a:ext uri="{FF2B5EF4-FFF2-40B4-BE49-F238E27FC236}">
                    <a16:creationId xmlns:a16="http://schemas.microsoft.com/office/drawing/2014/main" id="{706977D2-1606-6BDC-AF85-E2ECBE65B950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661" name="Rectangle: Rounded Corners 1660">
                  <a:extLst>
                    <a:ext uri="{FF2B5EF4-FFF2-40B4-BE49-F238E27FC236}">
                      <a16:creationId xmlns:a16="http://schemas.microsoft.com/office/drawing/2014/main" id="{A165A7A8-628D-3E6B-5017-7D98342F766F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2" name="Rectangle: Rounded Corners 1661">
                  <a:extLst>
                    <a:ext uri="{FF2B5EF4-FFF2-40B4-BE49-F238E27FC236}">
                      <a16:creationId xmlns:a16="http://schemas.microsoft.com/office/drawing/2014/main" id="{F963764B-1C9C-04AC-375E-77AD7755406F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3" name="Rectangle: Rounded Corners 1662">
                  <a:extLst>
                    <a:ext uri="{FF2B5EF4-FFF2-40B4-BE49-F238E27FC236}">
                      <a16:creationId xmlns:a16="http://schemas.microsoft.com/office/drawing/2014/main" id="{303FDE94-4D86-532E-C7A6-8293C5756B40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4" name="Rectangle: Rounded Corners 1663">
                  <a:extLst>
                    <a:ext uri="{FF2B5EF4-FFF2-40B4-BE49-F238E27FC236}">
                      <a16:creationId xmlns:a16="http://schemas.microsoft.com/office/drawing/2014/main" id="{D21CCC44-0BE1-3F23-85E8-23FEE93087A8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669" name="Group 1668">
            <a:extLst>
              <a:ext uri="{FF2B5EF4-FFF2-40B4-BE49-F238E27FC236}">
                <a16:creationId xmlns:a16="http://schemas.microsoft.com/office/drawing/2014/main" id="{54C40800-9B9B-7CF3-299B-CE50EFD2AD81}"/>
              </a:ext>
            </a:extLst>
          </p:cNvPr>
          <p:cNvGrpSpPr>
            <a:grpSpLocks noChangeAspect="1"/>
          </p:cNvGrpSpPr>
          <p:nvPr/>
        </p:nvGrpSpPr>
        <p:grpSpPr>
          <a:xfrm>
            <a:off x="7284033" y="792402"/>
            <a:ext cx="411851" cy="351150"/>
            <a:chOff x="3251348" y="1795096"/>
            <a:chExt cx="3827633" cy="3263516"/>
          </a:xfrm>
        </p:grpSpPr>
        <p:sp>
          <p:nvSpPr>
            <p:cNvPr id="1670" name="Rectangle 1669">
              <a:extLst>
                <a:ext uri="{FF2B5EF4-FFF2-40B4-BE49-F238E27FC236}">
                  <a16:creationId xmlns:a16="http://schemas.microsoft.com/office/drawing/2014/main" id="{419AE8C7-F9D8-335E-B7AD-DC7DFA5D5D17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71" name="Group 1670">
              <a:extLst>
                <a:ext uri="{FF2B5EF4-FFF2-40B4-BE49-F238E27FC236}">
                  <a16:creationId xmlns:a16="http://schemas.microsoft.com/office/drawing/2014/main" id="{C5090BD4-3F49-5BE7-DE41-A4534F95843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9310590E-F630-E42F-1B1E-CD9874CB6749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27295BA5-917A-508C-AD45-B22C2DEC5D2F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674" name="Rectangle: Rounded Corners 1673">
                <a:extLst>
                  <a:ext uri="{FF2B5EF4-FFF2-40B4-BE49-F238E27FC236}">
                    <a16:creationId xmlns:a16="http://schemas.microsoft.com/office/drawing/2014/main" id="{871E3700-AE86-32DE-4350-ADA0991198AB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5" name="Rectangle: Rounded Corners 1674">
                <a:extLst>
                  <a:ext uri="{FF2B5EF4-FFF2-40B4-BE49-F238E27FC236}">
                    <a16:creationId xmlns:a16="http://schemas.microsoft.com/office/drawing/2014/main" id="{0EA974E3-636C-3B42-E166-1FD2E14DE17E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6" name="Rectangle: Rounded Corners 1675">
                <a:extLst>
                  <a:ext uri="{FF2B5EF4-FFF2-40B4-BE49-F238E27FC236}">
                    <a16:creationId xmlns:a16="http://schemas.microsoft.com/office/drawing/2014/main" id="{4D6ABAC8-5CFC-6452-3C26-80B358715671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7" name="Rectangle: Rounded Corners 1676">
                <a:extLst>
                  <a:ext uri="{FF2B5EF4-FFF2-40B4-BE49-F238E27FC236}">
                    <a16:creationId xmlns:a16="http://schemas.microsoft.com/office/drawing/2014/main" id="{7F99335C-F316-3C8D-0210-6ED19B42C344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8" name="Rectangle: Rounded Corners 1677">
                <a:extLst>
                  <a:ext uri="{FF2B5EF4-FFF2-40B4-BE49-F238E27FC236}">
                    <a16:creationId xmlns:a16="http://schemas.microsoft.com/office/drawing/2014/main" id="{52107867-66A8-8836-4B76-4162AC9CEEDE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9" name="Rectangle: Rounded Corners 1678">
                <a:extLst>
                  <a:ext uri="{FF2B5EF4-FFF2-40B4-BE49-F238E27FC236}">
                    <a16:creationId xmlns:a16="http://schemas.microsoft.com/office/drawing/2014/main" id="{9DAFCCEC-2FA7-6E31-E34C-8CDF3EE2B5AC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0" name="Rectangle: Rounded Corners 1679">
                <a:extLst>
                  <a:ext uri="{FF2B5EF4-FFF2-40B4-BE49-F238E27FC236}">
                    <a16:creationId xmlns:a16="http://schemas.microsoft.com/office/drawing/2014/main" id="{AAA13426-746F-5AB3-B739-EC9A8CBE3FEC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1" name="Rectangle: Rounded Corners 1680">
                <a:extLst>
                  <a:ext uri="{FF2B5EF4-FFF2-40B4-BE49-F238E27FC236}">
                    <a16:creationId xmlns:a16="http://schemas.microsoft.com/office/drawing/2014/main" id="{8A19949C-EEF1-6FF5-E9AD-30DAA38A22FE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82" name="Group 1681">
                <a:extLst>
                  <a:ext uri="{FF2B5EF4-FFF2-40B4-BE49-F238E27FC236}">
                    <a16:creationId xmlns:a16="http://schemas.microsoft.com/office/drawing/2014/main" id="{7B97DAC6-C9CF-C3C1-6D0B-96E85B690495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688" name="Rectangle: Rounded Corners 1687">
                  <a:extLst>
                    <a:ext uri="{FF2B5EF4-FFF2-40B4-BE49-F238E27FC236}">
                      <a16:creationId xmlns:a16="http://schemas.microsoft.com/office/drawing/2014/main" id="{93233C72-588C-90F3-E58A-A5FCC0223363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9" name="Rectangle: Rounded Corners 1688">
                  <a:extLst>
                    <a:ext uri="{FF2B5EF4-FFF2-40B4-BE49-F238E27FC236}">
                      <a16:creationId xmlns:a16="http://schemas.microsoft.com/office/drawing/2014/main" id="{C8206C2D-BA27-DFAD-C581-E6023BF232C8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0" name="Rectangle: Rounded Corners 1689">
                  <a:extLst>
                    <a:ext uri="{FF2B5EF4-FFF2-40B4-BE49-F238E27FC236}">
                      <a16:creationId xmlns:a16="http://schemas.microsoft.com/office/drawing/2014/main" id="{532ECA3F-3A11-5256-B42F-59D00614AE05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1" name="Rectangle: Rounded Corners 1690">
                  <a:extLst>
                    <a:ext uri="{FF2B5EF4-FFF2-40B4-BE49-F238E27FC236}">
                      <a16:creationId xmlns:a16="http://schemas.microsoft.com/office/drawing/2014/main" id="{3D1881C3-815C-BDB0-C34B-8C3CB5F0266E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83" name="Group 1682">
                <a:extLst>
                  <a:ext uri="{FF2B5EF4-FFF2-40B4-BE49-F238E27FC236}">
                    <a16:creationId xmlns:a16="http://schemas.microsoft.com/office/drawing/2014/main" id="{53F25857-79D2-B816-07A9-8CEEE8363768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684" name="Rectangle: Rounded Corners 1683">
                  <a:extLst>
                    <a:ext uri="{FF2B5EF4-FFF2-40B4-BE49-F238E27FC236}">
                      <a16:creationId xmlns:a16="http://schemas.microsoft.com/office/drawing/2014/main" id="{969B1118-6DC6-3261-8262-B749CD548B04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5" name="Rectangle: Rounded Corners 1684">
                  <a:extLst>
                    <a:ext uri="{FF2B5EF4-FFF2-40B4-BE49-F238E27FC236}">
                      <a16:creationId xmlns:a16="http://schemas.microsoft.com/office/drawing/2014/main" id="{46BC39CD-8484-A82D-4125-42C25BBFA679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6" name="Rectangle: Rounded Corners 1685">
                  <a:extLst>
                    <a:ext uri="{FF2B5EF4-FFF2-40B4-BE49-F238E27FC236}">
                      <a16:creationId xmlns:a16="http://schemas.microsoft.com/office/drawing/2014/main" id="{34789833-D9C1-1991-9CD9-70B58ABF92ED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7" name="Rectangle: Rounded Corners 1686">
                  <a:extLst>
                    <a:ext uri="{FF2B5EF4-FFF2-40B4-BE49-F238E27FC236}">
                      <a16:creationId xmlns:a16="http://schemas.microsoft.com/office/drawing/2014/main" id="{AEF11E5D-4608-3E11-876C-50035B35678F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1692" name="Rectangle: Rounded Corners 1691">
            <a:extLst>
              <a:ext uri="{FF2B5EF4-FFF2-40B4-BE49-F238E27FC236}">
                <a16:creationId xmlns:a16="http://schemas.microsoft.com/office/drawing/2014/main" id="{9AEEA8E8-331B-E9C8-8119-102BEF7420BE}"/>
              </a:ext>
            </a:extLst>
          </p:cNvPr>
          <p:cNvSpPr/>
          <p:nvPr/>
        </p:nvSpPr>
        <p:spPr>
          <a:xfrm>
            <a:off x="7189040" y="721688"/>
            <a:ext cx="601448" cy="5739938"/>
          </a:xfrm>
          <a:prstGeom prst="round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3" name="TextBox 1692">
            <a:extLst>
              <a:ext uri="{FF2B5EF4-FFF2-40B4-BE49-F238E27FC236}">
                <a16:creationId xmlns:a16="http://schemas.microsoft.com/office/drawing/2014/main" id="{61FF139E-E56A-906D-B50B-A74B94D77EB5}"/>
              </a:ext>
            </a:extLst>
          </p:cNvPr>
          <p:cNvSpPr txBox="1"/>
          <p:nvPr/>
        </p:nvSpPr>
        <p:spPr>
          <a:xfrm>
            <a:off x="7990718" y="500979"/>
            <a:ext cx="6014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>
                <a:solidFill>
                  <a:srgbClr val="0070C0"/>
                </a:solidFill>
              </a:rPr>
              <a:t>Decode</a:t>
            </a:r>
          </a:p>
        </p:txBody>
      </p:sp>
      <p:grpSp>
        <p:nvGrpSpPr>
          <p:cNvPr id="1694" name="Group 1693">
            <a:extLst>
              <a:ext uri="{FF2B5EF4-FFF2-40B4-BE49-F238E27FC236}">
                <a16:creationId xmlns:a16="http://schemas.microsoft.com/office/drawing/2014/main" id="{DCE724AA-C368-B69B-69FA-C9AC489F6C3E}"/>
              </a:ext>
            </a:extLst>
          </p:cNvPr>
          <p:cNvGrpSpPr>
            <a:grpSpLocks noChangeAspect="1"/>
          </p:cNvGrpSpPr>
          <p:nvPr/>
        </p:nvGrpSpPr>
        <p:grpSpPr>
          <a:xfrm>
            <a:off x="8091212" y="6058259"/>
            <a:ext cx="411851" cy="351150"/>
            <a:chOff x="3251348" y="1795096"/>
            <a:chExt cx="3827633" cy="3263516"/>
          </a:xfrm>
        </p:grpSpPr>
        <p:sp>
          <p:nvSpPr>
            <p:cNvPr id="1695" name="Rectangle 1694">
              <a:extLst>
                <a:ext uri="{FF2B5EF4-FFF2-40B4-BE49-F238E27FC236}">
                  <a16:creationId xmlns:a16="http://schemas.microsoft.com/office/drawing/2014/main" id="{DE6E91FC-F0BC-D49F-99DC-B2343510DC91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96" name="Group 1695">
              <a:extLst>
                <a:ext uri="{FF2B5EF4-FFF2-40B4-BE49-F238E27FC236}">
                  <a16:creationId xmlns:a16="http://schemas.microsoft.com/office/drawing/2014/main" id="{69A1FEB6-E5C3-85AF-D60A-ED177B755DC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0E0494E6-7299-C2E5-B74C-18094E74A853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3BAFB02-74FE-58D0-FE57-B0F01CD39EB7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699" name="Rectangle: Rounded Corners 1698">
                <a:extLst>
                  <a:ext uri="{FF2B5EF4-FFF2-40B4-BE49-F238E27FC236}">
                    <a16:creationId xmlns:a16="http://schemas.microsoft.com/office/drawing/2014/main" id="{D2A133AC-6999-7E3A-461A-C4B5A95704F0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0" name="Rectangle: Rounded Corners 1699">
                <a:extLst>
                  <a:ext uri="{FF2B5EF4-FFF2-40B4-BE49-F238E27FC236}">
                    <a16:creationId xmlns:a16="http://schemas.microsoft.com/office/drawing/2014/main" id="{00C429EB-191D-2AFD-8624-75CE7ED5317F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1" name="Rectangle: Rounded Corners 1700">
                <a:extLst>
                  <a:ext uri="{FF2B5EF4-FFF2-40B4-BE49-F238E27FC236}">
                    <a16:creationId xmlns:a16="http://schemas.microsoft.com/office/drawing/2014/main" id="{C34EA584-799A-6914-43BC-D1B30C2F03DF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2" name="Rectangle: Rounded Corners 1701">
                <a:extLst>
                  <a:ext uri="{FF2B5EF4-FFF2-40B4-BE49-F238E27FC236}">
                    <a16:creationId xmlns:a16="http://schemas.microsoft.com/office/drawing/2014/main" id="{FAE87481-3BEC-3980-B23E-968C2191978E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3" name="Rectangle: Rounded Corners 1702">
                <a:extLst>
                  <a:ext uri="{FF2B5EF4-FFF2-40B4-BE49-F238E27FC236}">
                    <a16:creationId xmlns:a16="http://schemas.microsoft.com/office/drawing/2014/main" id="{92F79D89-82FB-9D8C-0794-3D900862D3BC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4" name="Rectangle: Rounded Corners 1703">
                <a:extLst>
                  <a:ext uri="{FF2B5EF4-FFF2-40B4-BE49-F238E27FC236}">
                    <a16:creationId xmlns:a16="http://schemas.microsoft.com/office/drawing/2014/main" id="{5FCB2017-2C09-CC33-8079-334A2839F8B0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5" name="Rectangle: Rounded Corners 1704">
                <a:extLst>
                  <a:ext uri="{FF2B5EF4-FFF2-40B4-BE49-F238E27FC236}">
                    <a16:creationId xmlns:a16="http://schemas.microsoft.com/office/drawing/2014/main" id="{8AAA778F-EEF8-4E15-9242-B72154CE3CF8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6" name="Rectangle: Rounded Corners 1705">
                <a:extLst>
                  <a:ext uri="{FF2B5EF4-FFF2-40B4-BE49-F238E27FC236}">
                    <a16:creationId xmlns:a16="http://schemas.microsoft.com/office/drawing/2014/main" id="{9AD9C6D5-3584-5DAB-DC65-1C5A505F7833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07" name="Group 1706">
                <a:extLst>
                  <a:ext uri="{FF2B5EF4-FFF2-40B4-BE49-F238E27FC236}">
                    <a16:creationId xmlns:a16="http://schemas.microsoft.com/office/drawing/2014/main" id="{1CE51B0F-FA95-F9B2-1240-108114A239CE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713" name="Rectangle: Rounded Corners 1712">
                  <a:extLst>
                    <a:ext uri="{FF2B5EF4-FFF2-40B4-BE49-F238E27FC236}">
                      <a16:creationId xmlns:a16="http://schemas.microsoft.com/office/drawing/2014/main" id="{9F3F975B-024E-C3AB-159F-08CBA5BB1807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4" name="Rectangle: Rounded Corners 1713">
                  <a:extLst>
                    <a:ext uri="{FF2B5EF4-FFF2-40B4-BE49-F238E27FC236}">
                      <a16:creationId xmlns:a16="http://schemas.microsoft.com/office/drawing/2014/main" id="{8DE280D8-DDA0-B9B3-5E37-8C7E2414A944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5" name="Rectangle: Rounded Corners 1714">
                  <a:extLst>
                    <a:ext uri="{FF2B5EF4-FFF2-40B4-BE49-F238E27FC236}">
                      <a16:creationId xmlns:a16="http://schemas.microsoft.com/office/drawing/2014/main" id="{B060C39F-94A4-F872-BDBD-182AF3E7A06B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6" name="Rectangle: Rounded Corners 1715">
                  <a:extLst>
                    <a:ext uri="{FF2B5EF4-FFF2-40B4-BE49-F238E27FC236}">
                      <a16:creationId xmlns:a16="http://schemas.microsoft.com/office/drawing/2014/main" id="{45C5AC70-3FCA-A4AB-0DB9-C5E91FAEC966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08" name="Group 1707">
                <a:extLst>
                  <a:ext uri="{FF2B5EF4-FFF2-40B4-BE49-F238E27FC236}">
                    <a16:creationId xmlns:a16="http://schemas.microsoft.com/office/drawing/2014/main" id="{1AF7EF87-6E04-65FD-9A4E-D23D826A6C77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709" name="Rectangle: Rounded Corners 1708">
                  <a:extLst>
                    <a:ext uri="{FF2B5EF4-FFF2-40B4-BE49-F238E27FC236}">
                      <a16:creationId xmlns:a16="http://schemas.microsoft.com/office/drawing/2014/main" id="{44956697-DA98-27B2-2476-5D1294C825D7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0" name="Rectangle: Rounded Corners 1709">
                  <a:extLst>
                    <a:ext uri="{FF2B5EF4-FFF2-40B4-BE49-F238E27FC236}">
                      <a16:creationId xmlns:a16="http://schemas.microsoft.com/office/drawing/2014/main" id="{1DF35257-C625-C0E4-87E4-9B644B3432DB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1" name="Rectangle: Rounded Corners 1710">
                  <a:extLst>
                    <a:ext uri="{FF2B5EF4-FFF2-40B4-BE49-F238E27FC236}">
                      <a16:creationId xmlns:a16="http://schemas.microsoft.com/office/drawing/2014/main" id="{97D2B538-0670-2E2C-D97C-9E5917971C55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2" name="Rectangle: Rounded Corners 1711">
                  <a:extLst>
                    <a:ext uri="{FF2B5EF4-FFF2-40B4-BE49-F238E27FC236}">
                      <a16:creationId xmlns:a16="http://schemas.microsoft.com/office/drawing/2014/main" id="{0A9E1135-D16D-CD70-1B01-6751B1762784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717" name="Group 1716">
            <a:extLst>
              <a:ext uri="{FF2B5EF4-FFF2-40B4-BE49-F238E27FC236}">
                <a16:creationId xmlns:a16="http://schemas.microsoft.com/office/drawing/2014/main" id="{ED0DEA40-0B31-4928-0C1D-6A3182727EF2}"/>
              </a:ext>
            </a:extLst>
          </p:cNvPr>
          <p:cNvGrpSpPr>
            <a:grpSpLocks noChangeAspect="1"/>
          </p:cNvGrpSpPr>
          <p:nvPr/>
        </p:nvGrpSpPr>
        <p:grpSpPr>
          <a:xfrm>
            <a:off x="8091212" y="4302974"/>
            <a:ext cx="411851" cy="351150"/>
            <a:chOff x="3251348" y="1795096"/>
            <a:chExt cx="3827633" cy="3263516"/>
          </a:xfrm>
        </p:grpSpPr>
        <p:sp>
          <p:nvSpPr>
            <p:cNvPr id="1718" name="Rectangle 1717">
              <a:extLst>
                <a:ext uri="{FF2B5EF4-FFF2-40B4-BE49-F238E27FC236}">
                  <a16:creationId xmlns:a16="http://schemas.microsoft.com/office/drawing/2014/main" id="{5623E96F-3A7D-05BF-0C72-32D1611D6B31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19" name="Group 1718">
              <a:extLst>
                <a:ext uri="{FF2B5EF4-FFF2-40B4-BE49-F238E27FC236}">
                  <a16:creationId xmlns:a16="http://schemas.microsoft.com/office/drawing/2014/main" id="{A5978703-5857-34D5-C9CE-2927B2D6B2D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B5CE87AD-EAAC-031C-48E0-513DCD9A3AC7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7EA4E94-9158-79D0-E3E7-75D134019791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722" name="Rectangle: Rounded Corners 1721">
                <a:extLst>
                  <a:ext uri="{FF2B5EF4-FFF2-40B4-BE49-F238E27FC236}">
                    <a16:creationId xmlns:a16="http://schemas.microsoft.com/office/drawing/2014/main" id="{F6FE3BDF-5833-50C9-E2EC-1ABB52477D61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3" name="Rectangle: Rounded Corners 1722">
                <a:extLst>
                  <a:ext uri="{FF2B5EF4-FFF2-40B4-BE49-F238E27FC236}">
                    <a16:creationId xmlns:a16="http://schemas.microsoft.com/office/drawing/2014/main" id="{09E88AE3-B4BC-18FC-CA3D-5A35FD2F3243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4" name="Rectangle: Rounded Corners 1723">
                <a:extLst>
                  <a:ext uri="{FF2B5EF4-FFF2-40B4-BE49-F238E27FC236}">
                    <a16:creationId xmlns:a16="http://schemas.microsoft.com/office/drawing/2014/main" id="{191DB193-0CFA-AFEF-7717-2572CC81EFA8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5" name="Rectangle: Rounded Corners 1724">
                <a:extLst>
                  <a:ext uri="{FF2B5EF4-FFF2-40B4-BE49-F238E27FC236}">
                    <a16:creationId xmlns:a16="http://schemas.microsoft.com/office/drawing/2014/main" id="{1163A9C8-97EF-DC96-4DBD-FCEBA23C9ED2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6" name="Rectangle: Rounded Corners 1725">
                <a:extLst>
                  <a:ext uri="{FF2B5EF4-FFF2-40B4-BE49-F238E27FC236}">
                    <a16:creationId xmlns:a16="http://schemas.microsoft.com/office/drawing/2014/main" id="{B184FFD0-CE34-9E42-069B-0ADF5E06496B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7" name="Rectangle: Rounded Corners 1726">
                <a:extLst>
                  <a:ext uri="{FF2B5EF4-FFF2-40B4-BE49-F238E27FC236}">
                    <a16:creationId xmlns:a16="http://schemas.microsoft.com/office/drawing/2014/main" id="{DCC60258-BE2D-80A7-2834-0B5D9E6A899C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8" name="Rectangle: Rounded Corners 1727">
                <a:extLst>
                  <a:ext uri="{FF2B5EF4-FFF2-40B4-BE49-F238E27FC236}">
                    <a16:creationId xmlns:a16="http://schemas.microsoft.com/office/drawing/2014/main" id="{B31DFB75-6E9D-9F32-D6DE-C7A0A1C51A7A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9" name="Rectangle: Rounded Corners 1728">
                <a:extLst>
                  <a:ext uri="{FF2B5EF4-FFF2-40B4-BE49-F238E27FC236}">
                    <a16:creationId xmlns:a16="http://schemas.microsoft.com/office/drawing/2014/main" id="{F478F49E-BE86-97F2-F7DD-BD76B0DB848B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30" name="Group 1729">
                <a:extLst>
                  <a:ext uri="{FF2B5EF4-FFF2-40B4-BE49-F238E27FC236}">
                    <a16:creationId xmlns:a16="http://schemas.microsoft.com/office/drawing/2014/main" id="{5CD01071-9123-E708-31DE-96DAFA719EDD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736" name="Rectangle: Rounded Corners 1735">
                  <a:extLst>
                    <a:ext uri="{FF2B5EF4-FFF2-40B4-BE49-F238E27FC236}">
                      <a16:creationId xmlns:a16="http://schemas.microsoft.com/office/drawing/2014/main" id="{78ADDC43-319D-364E-F7A5-F856DDCD7072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7" name="Rectangle: Rounded Corners 1736">
                  <a:extLst>
                    <a:ext uri="{FF2B5EF4-FFF2-40B4-BE49-F238E27FC236}">
                      <a16:creationId xmlns:a16="http://schemas.microsoft.com/office/drawing/2014/main" id="{3E69DCCF-3A30-C503-BC76-D57460983C10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8" name="Rectangle: Rounded Corners 1737">
                  <a:extLst>
                    <a:ext uri="{FF2B5EF4-FFF2-40B4-BE49-F238E27FC236}">
                      <a16:creationId xmlns:a16="http://schemas.microsoft.com/office/drawing/2014/main" id="{486A5466-FFFC-F341-1113-0C429C07B96C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9" name="Rectangle: Rounded Corners 1738">
                  <a:extLst>
                    <a:ext uri="{FF2B5EF4-FFF2-40B4-BE49-F238E27FC236}">
                      <a16:creationId xmlns:a16="http://schemas.microsoft.com/office/drawing/2014/main" id="{5A4C240F-72AD-B3E7-9E31-ADDCCF2DE965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31" name="Group 1730">
                <a:extLst>
                  <a:ext uri="{FF2B5EF4-FFF2-40B4-BE49-F238E27FC236}">
                    <a16:creationId xmlns:a16="http://schemas.microsoft.com/office/drawing/2014/main" id="{017BD8AB-0C25-D5A6-D24E-AD9F32EDE250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732" name="Rectangle: Rounded Corners 1731">
                  <a:extLst>
                    <a:ext uri="{FF2B5EF4-FFF2-40B4-BE49-F238E27FC236}">
                      <a16:creationId xmlns:a16="http://schemas.microsoft.com/office/drawing/2014/main" id="{EE66FBBB-7727-A034-E4FD-DBE0A06BE627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3" name="Rectangle: Rounded Corners 1732">
                  <a:extLst>
                    <a:ext uri="{FF2B5EF4-FFF2-40B4-BE49-F238E27FC236}">
                      <a16:creationId xmlns:a16="http://schemas.microsoft.com/office/drawing/2014/main" id="{A77E38CB-3D73-EAD2-775A-ED76AAF94370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4" name="Rectangle: Rounded Corners 1733">
                  <a:extLst>
                    <a:ext uri="{FF2B5EF4-FFF2-40B4-BE49-F238E27FC236}">
                      <a16:creationId xmlns:a16="http://schemas.microsoft.com/office/drawing/2014/main" id="{13EC4532-F8E9-7018-31BE-B167FA7F3F03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5" name="Rectangle: Rounded Corners 1734">
                  <a:extLst>
                    <a:ext uri="{FF2B5EF4-FFF2-40B4-BE49-F238E27FC236}">
                      <a16:creationId xmlns:a16="http://schemas.microsoft.com/office/drawing/2014/main" id="{FCA54468-FFB4-2203-1B55-A54FC38DBC8D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740" name="Group 1739">
            <a:extLst>
              <a:ext uri="{FF2B5EF4-FFF2-40B4-BE49-F238E27FC236}">
                <a16:creationId xmlns:a16="http://schemas.microsoft.com/office/drawing/2014/main" id="{EBCF0D06-A2A2-E124-B16E-850D150DB3AA}"/>
              </a:ext>
            </a:extLst>
          </p:cNvPr>
          <p:cNvGrpSpPr>
            <a:grpSpLocks noChangeAspect="1"/>
          </p:cNvGrpSpPr>
          <p:nvPr/>
        </p:nvGrpSpPr>
        <p:grpSpPr>
          <a:xfrm>
            <a:off x="8091212" y="2547688"/>
            <a:ext cx="411851" cy="351150"/>
            <a:chOff x="3251348" y="1795096"/>
            <a:chExt cx="3827633" cy="3263516"/>
          </a:xfrm>
        </p:grpSpPr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85F38585-FE94-54C2-3E28-A6E6D97473E8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42" name="Group 1741">
              <a:extLst>
                <a:ext uri="{FF2B5EF4-FFF2-40B4-BE49-F238E27FC236}">
                  <a16:creationId xmlns:a16="http://schemas.microsoft.com/office/drawing/2014/main" id="{2CCB214A-0CB6-2593-4983-2F203B1EE8C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3F0FC359-BB70-EA90-50F6-92681B1C54DD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A71368C4-DC79-C3A6-6A95-751663185EDC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745" name="Rectangle: Rounded Corners 1744">
                <a:extLst>
                  <a:ext uri="{FF2B5EF4-FFF2-40B4-BE49-F238E27FC236}">
                    <a16:creationId xmlns:a16="http://schemas.microsoft.com/office/drawing/2014/main" id="{7769B2CF-6274-C1F3-E37F-32A7202E2CDA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6" name="Rectangle: Rounded Corners 1745">
                <a:extLst>
                  <a:ext uri="{FF2B5EF4-FFF2-40B4-BE49-F238E27FC236}">
                    <a16:creationId xmlns:a16="http://schemas.microsoft.com/office/drawing/2014/main" id="{FBFA2728-3594-CC7F-E348-BF51D9C03DE8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7" name="Rectangle: Rounded Corners 1746">
                <a:extLst>
                  <a:ext uri="{FF2B5EF4-FFF2-40B4-BE49-F238E27FC236}">
                    <a16:creationId xmlns:a16="http://schemas.microsoft.com/office/drawing/2014/main" id="{B9E86EC9-C62C-71BF-8D9D-87D08490E213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8" name="Rectangle: Rounded Corners 1747">
                <a:extLst>
                  <a:ext uri="{FF2B5EF4-FFF2-40B4-BE49-F238E27FC236}">
                    <a16:creationId xmlns:a16="http://schemas.microsoft.com/office/drawing/2014/main" id="{17C2FBAD-E1E4-D47A-6A73-ACCF4BC48FAD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9" name="Rectangle: Rounded Corners 1748">
                <a:extLst>
                  <a:ext uri="{FF2B5EF4-FFF2-40B4-BE49-F238E27FC236}">
                    <a16:creationId xmlns:a16="http://schemas.microsoft.com/office/drawing/2014/main" id="{47981556-8F30-1DCD-B19F-9F0A6B1D62D7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0" name="Rectangle: Rounded Corners 1749">
                <a:extLst>
                  <a:ext uri="{FF2B5EF4-FFF2-40B4-BE49-F238E27FC236}">
                    <a16:creationId xmlns:a16="http://schemas.microsoft.com/office/drawing/2014/main" id="{F000BB97-D1CF-22A5-FB20-34FCF182E8EA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1" name="Rectangle: Rounded Corners 1750">
                <a:extLst>
                  <a:ext uri="{FF2B5EF4-FFF2-40B4-BE49-F238E27FC236}">
                    <a16:creationId xmlns:a16="http://schemas.microsoft.com/office/drawing/2014/main" id="{EC63BFC1-B2D2-8335-A295-1A0F389A05C3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2" name="Rectangle: Rounded Corners 1751">
                <a:extLst>
                  <a:ext uri="{FF2B5EF4-FFF2-40B4-BE49-F238E27FC236}">
                    <a16:creationId xmlns:a16="http://schemas.microsoft.com/office/drawing/2014/main" id="{5CF04621-2743-AD72-F954-1B3DFAD5FF80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53" name="Group 1752">
                <a:extLst>
                  <a:ext uri="{FF2B5EF4-FFF2-40B4-BE49-F238E27FC236}">
                    <a16:creationId xmlns:a16="http://schemas.microsoft.com/office/drawing/2014/main" id="{8E7062E3-0AE6-AA9F-BE96-022FA9957F91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759" name="Rectangle: Rounded Corners 1758">
                  <a:extLst>
                    <a:ext uri="{FF2B5EF4-FFF2-40B4-BE49-F238E27FC236}">
                      <a16:creationId xmlns:a16="http://schemas.microsoft.com/office/drawing/2014/main" id="{A3115DA6-27D2-9112-CB6D-5DAE1E6F407F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0" name="Rectangle: Rounded Corners 1759">
                  <a:extLst>
                    <a:ext uri="{FF2B5EF4-FFF2-40B4-BE49-F238E27FC236}">
                      <a16:creationId xmlns:a16="http://schemas.microsoft.com/office/drawing/2014/main" id="{D8708F1F-1642-6758-29EA-7F68CE99ECF6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1" name="Rectangle: Rounded Corners 1760">
                  <a:extLst>
                    <a:ext uri="{FF2B5EF4-FFF2-40B4-BE49-F238E27FC236}">
                      <a16:creationId xmlns:a16="http://schemas.microsoft.com/office/drawing/2014/main" id="{1532BE2B-0886-EC27-2370-6806DFDAF371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2" name="Rectangle: Rounded Corners 1761">
                  <a:extLst>
                    <a:ext uri="{FF2B5EF4-FFF2-40B4-BE49-F238E27FC236}">
                      <a16:creationId xmlns:a16="http://schemas.microsoft.com/office/drawing/2014/main" id="{DBAAB354-8258-B401-5BC4-C3C4EA2C42A9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54" name="Group 1753">
                <a:extLst>
                  <a:ext uri="{FF2B5EF4-FFF2-40B4-BE49-F238E27FC236}">
                    <a16:creationId xmlns:a16="http://schemas.microsoft.com/office/drawing/2014/main" id="{CFD6E48F-17CF-DD89-7D28-497AD37961B7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755" name="Rectangle: Rounded Corners 1754">
                  <a:extLst>
                    <a:ext uri="{FF2B5EF4-FFF2-40B4-BE49-F238E27FC236}">
                      <a16:creationId xmlns:a16="http://schemas.microsoft.com/office/drawing/2014/main" id="{20BE3CCF-8E43-DEC9-CCEA-E0258A7E670D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6" name="Rectangle: Rounded Corners 1755">
                  <a:extLst>
                    <a:ext uri="{FF2B5EF4-FFF2-40B4-BE49-F238E27FC236}">
                      <a16:creationId xmlns:a16="http://schemas.microsoft.com/office/drawing/2014/main" id="{0257FFA0-D0A1-9A3F-9129-35BA8EB91C93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7" name="Rectangle: Rounded Corners 1756">
                  <a:extLst>
                    <a:ext uri="{FF2B5EF4-FFF2-40B4-BE49-F238E27FC236}">
                      <a16:creationId xmlns:a16="http://schemas.microsoft.com/office/drawing/2014/main" id="{077E2580-C328-7E7B-DBAE-AA045968096D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8" name="Rectangle: Rounded Corners 1757">
                  <a:extLst>
                    <a:ext uri="{FF2B5EF4-FFF2-40B4-BE49-F238E27FC236}">
                      <a16:creationId xmlns:a16="http://schemas.microsoft.com/office/drawing/2014/main" id="{0C2EFDCB-C41B-6F0C-5E7E-21D9B96C9993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763" name="Group 1762">
            <a:extLst>
              <a:ext uri="{FF2B5EF4-FFF2-40B4-BE49-F238E27FC236}">
                <a16:creationId xmlns:a16="http://schemas.microsoft.com/office/drawing/2014/main" id="{CB8155FA-C0DF-D438-2C2C-6DC1AF1B2F57}"/>
              </a:ext>
            </a:extLst>
          </p:cNvPr>
          <p:cNvGrpSpPr>
            <a:grpSpLocks noChangeAspect="1"/>
          </p:cNvGrpSpPr>
          <p:nvPr/>
        </p:nvGrpSpPr>
        <p:grpSpPr>
          <a:xfrm>
            <a:off x="8091212" y="792402"/>
            <a:ext cx="411851" cy="351150"/>
            <a:chOff x="3251348" y="1795096"/>
            <a:chExt cx="3827633" cy="3263516"/>
          </a:xfrm>
        </p:grpSpPr>
        <p:sp>
          <p:nvSpPr>
            <p:cNvPr id="1764" name="Rectangle 1763">
              <a:extLst>
                <a:ext uri="{FF2B5EF4-FFF2-40B4-BE49-F238E27FC236}">
                  <a16:creationId xmlns:a16="http://schemas.microsoft.com/office/drawing/2014/main" id="{B681E88F-2DEE-6BA6-4C9A-F8AB66263029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65" name="Group 1764">
              <a:extLst>
                <a:ext uri="{FF2B5EF4-FFF2-40B4-BE49-F238E27FC236}">
                  <a16:creationId xmlns:a16="http://schemas.microsoft.com/office/drawing/2014/main" id="{C46961D4-EA6F-620C-2565-61E63381182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A92FB9A0-9101-F43C-9784-833F6A529C11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80502A0C-8AC9-CD37-5E00-D262B4FA9480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768" name="Rectangle: Rounded Corners 1767">
                <a:extLst>
                  <a:ext uri="{FF2B5EF4-FFF2-40B4-BE49-F238E27FC236}">
                    <a16:creationId xmlns:a16="http://schemas.microsoft.com/office/drawing/2014/main" id="{2348B50E-404A-7F0B-1843-3302FC2C1F77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9" name="Rectangle: Rounded Corners 1768">
                <a:extLst>
                  <a:ext uri="{FF2B5EF4-FFF2-40B4-BE49-F238E27FC236}">
                    <a16:creationId xmlns:a16="http://schemas.microsoft.com/office/drawing/2014/main" id="{A89D1305-0B87-CAD7-5F9A-2F1E1EF3BAB0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0" name="Rectangle: Rounded Corners 1769">
                <a:extLst>
                  <a:ext uri="{FF2B5EF4-FFF2-40B4-BE49-F238E27FC236}">
                    <a16:creationId xmlns:a16="http://schemas.microsoft.com/office/drawing/2014/main" id="{2DD5BADA-E51A-4BDB-951C-E59FC63745B3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1" name="Rectangle: Rounded Corners 1770">
                <a:extLst>
                  <a:ext uri="{FF2B5EF4-FFF2-40B4-BE49-F238E27FC236}">
                    <a16:creationId xmlns:a16="http://schemas.microsoft.com/office/drawing/2014/main" id="{4692D824-6F3A-E412-AB32-CD3E36729B22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2" name="Rectangle: Rounded Corners 1771">
                <a:extLst>
                  <a:ext uri="{FF2B5EF4-FFF2-40B4-BE49-F238E27FC236}">
                    <a16:creationId xmlns:a16="http://schemas.microsoft.com/office/drawing/2014/main" id="{06A34604-4218-A434-5D1E-28599B579B04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3" name="Rectangle: Rounded Corners 1772">
                <a:extLst>
                  <a:ext uri="{FF2B5EF4-FFF2-40B4-BE49-F238E27FC236}">
                    <a16:creationId xmlns:a16="http://schemas.microsoft.com/office/drawing/2014/main" id="{D727B809-07B5-76B5-1B08-C16E16E2E9AE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4" name="Rectangle: Rounded Corners 1773">
                <a:extLst>
                  <a:ext uri="{FF2B5EF4-FFF2-40B4-BE49-F238E27FC236}">
                    <a16:creationId xmlns:a16="http://schemas.microsoft.com/office/drawing/2014/main" id="{ABED2D6F-A254-BA64-996C-61AE2F0DA520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5" name="Rectangle: Rounded Corners 1774">
                <a:extLst>
                  <a:ext uri="{FF2B5EF4-FFF2-40B4-BE49-F238E27FC236}">
                    <a16:creationId xmlns:a16="http://schemas.microsoft.com/office/drawing/2014/main" id="{07BFD282-3983-552E-4E05-A030128C04E5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76" name="Group 1775">
                <a:extLst>
                  <a:ext uri="{FF2B5EF4-FFF2-40B4-BE49-F238E27FC236}">
                    <a16:creationId xmlns:a16="http://schemas.microsoft.com/office/drawing/2014/main" id="{D48D08C1-B901-B76B-B0A9-27CF3F8C2A5B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782" name="Rectangle: Rounded Corners 1781">
                  <a:extLst>
                    <a:ext uri="{FF2B5EF4-FFF2-40B4-BE49-F238E27FC236}">
                      <a16:creationId xmlns:a16="http://schemas.microsoft.com/office/drawing/2014/main" id="{79204265-E0D7-547F-54DB-AB70BE6DC750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3" name="Rectangle: Rounded Corners 1782">
                  <a:extLst>
                    <a:ext uri="{FF2B5EF4-FFF2-40B4-BE49-F238E27FC236}">
                      <a16:creationId xmlns:a16="http://schemas.microsoft.com/office/drawing/2014/main" id="{05D2E32A-AED4-4F95-9194-96019A14EDEA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4" name="Rectangle: Rounded Corners 1783">
                  <a:extLst>
                    <a:ext uri="{FF2B5EF4-FFF2-40B4-BE49-F238E27FC236}">
                      <a16:creationId xmlns:a16="http://schemas.microsoft.com/office/drawing/2014/main" id="{80015E19-BEA9-C7F4-530B-7A49603D1D8D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5" name="Rectangle: Rounded Corners 1784">
                  <a:extLst>
                    <a:ext uri="{FF2B5EF4-FFF2-40B4-BE49-F238E27FC236}">
                      <a16:creationId xmlns:a16="http://schemas.microsoft.com/office/drawing/2014/main" id="{6F654C1F-362A-2C8B-87B5-0DA37CEB59BB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77" name="Group 1776">
                <a:extLst>
                  <a:ext uri="{FF2B5EF4-FFF2-40B4-BE49-F238E27FC236}">
                    <a16:creationId xmlns:a16="http://schemas.microsoft.com/office/drawing/2014/main" id="{577FED92-AEF2-2A8B-B747-50BD6465AEED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778" name="Rectangle: Rounded Corners 1777">
                  <a:extLst>
                    <a:ext uri="{FF2B5EF4-FFF2-40B4-BE49-F238E27FC236}">
                      <a16:creationId xmlns:a16="http://schemas.microsoft.com/office/drawing/2014/main" id="{AD3B5789-20C6-3130-A77F-45C6C591E372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9" name="Rectangle: Rounded Corners 1778">
                  <a:extLst>
                    <a:ext uri="{FF2B5EF4-FFF2-40B4-BE49-F238E27FC236}">
                      <a16:creationId xmlns:a16="http://schemas.microsoft.com/office/drawing/2014/main" id="{FAEC8353-1E3F-28A1-AE39-6B3032BA7227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0" name="Rectangle: Rounded Corners 1779">
                  <a:extLst>
                    <a:ext uri="{FF2B5EF4-FFF2-40B4-BE49-F238E27FC236}">
                      <a16:creationId xmlns:a16="http://schemas.microsoft.com/office/drawing/2014/main" id="{0CD63F1E-75D1-3C62-5825-978FE15EE428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1" name="Rectangle: Rounded Corners 1780">
                  <a:extLst>
                    <a:ext uri="{FF2B5EF4-FFF2-40B4-BE49-F238E27FC236}">
                      <a16:creationId xmlns:a16="http://schemas.microsoft.com/office/drawing/2014/main" id="{F043C963-DCE7-0854-652D-287270118AEB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1786" name="Rectangle: Rounded Corners 1785">
            <a:extLst>
              <a:ext uri="{FF2B5EF4-FFF2-40B4-BE49-F238E27FC236}">
                <a16:creationId xmlns:a16="http://schemas.microsoft.com/office/drawing/2014/main" id="{25A58844-C50A-6818-F568-C8E9B99D64A6}"/>
              </a:ext>
            </a:extLst>
          </p:cNvPr>
          <p:cNvSpPr/>
          <p:nvPr/>
        </p:nvSpPr>
        <p:spPr>
          <a:xfrm>
            <a:off x="7996219" y="721688"/>
            <a:ext cx="601448" cy="5739938"/>
          </a:xfrm>
          <a:prstGeom prst="round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7" name="TextBox 1786">
            <a:extLst>
              <a:ext uri="{FF2B5EF4-FFF2-40B4-BE49-F238E27FC236}">
                <a16:creationId xmlns:a16="http://schemas.microsoft.com/office/drawing/2014/main" id="{6EE2F420-56F3-F4D9-41F8-91C63EF9E9C6}"/>
              </a:ext>
            </a:extLst>
          </p:cNvPr>
          <p:cNvSpPr txBox="1"/>
          <p:nvPr/>
        </p:nvSpPr>
        <p:spPr>
          <a:xfrm>
            <a:off x="8713289" y="488317"/>
            <a:ext cx="6014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>
                <a:solidFill>
                  <a:srgbClr val="0070C0"/>
                </a:solidFill>
              </a:rPr>
              <a:t>Decode</a:t>
            </a:r>
          </a:p>
        </p:txBody>
      </p:sp>
      <p:grpSp>
        <p:nvGrpSpPr>
          <p:cNvPr id="1788" name="Group 1787">
            <a:extLst>
              <a:ext uri="{FF2B5EF4-FFF2-40B4-BE49-F238E27FC236}">
                <a16:creationId xmlns:a16="http://schemas.microsoft.com/office/drawing/2014/main" id="{671A630B-83A9-28EF-FFF7-45254FC6FF65}"/>
              </a:ext>
            </a:extLst>
          </p:cNvPr>
          <p:cNvGrpSpPr>
            <a:grpSpLocks noChangeAspect="1"/>
          </p:cNvGrpSpPr>
          <p:nvPr/>
        </p:nvGrpSpPr>
        <p:grpSpPr>
          <a:xfrm>
            <a:off x="8813783" y="6045597"/>
            <a:ext cx="411851" cy="351150"/>
            <a:chOff x="3251348" y="1795096"/>
            <a:chExt cx="3827633" cy="3263516"/>
          </a:xfrm>
        </p:grpSpPr>
        <p:sp>
          <p:nvSpPr>
            <p:cNvPr id="1789" name="Rectangle 1788">
              <a:extLst>
                <a:ext uri="{FF2B5EF4-FFF2-40B4-BE49-F238E27FC236}">
                  <a16:creationId xmlns:a16="http://schemas.microsoft.com/office/drawing/2014/main" id="{7F5F23EE-F283-B2B7-D2A1-D2B0D8CB7AD9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90" name="Group 1789">
              <a:extLst>
                <a:ext uri="{FF2B5EF4-FFF2-40B4-BE49-F238E27FC236}">
                  <a16:creationId xmlns:a16="http://schemas.microsoft.com/office/drawing/2014/main" id="{7FEB7F8F-DDF9-D515-64DE-93D1636743D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43F098BF-2E85-A215-3153-1920CA286697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4F107F01-1FF3-D582-626F-60381564FBEA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793" name="Rectangle: Rounded Corners 1792">
                <a:extLst>
                  <a:ext uri="{FF2B5EF4-FFF2-40B4-BE49-F238E27FC236}">
                    <a16:creationId xmlns:a16="http://schemas.microsoft.com/office/drawing/2014/main" id="{5017B3AA-9784-929C-F2EB-F20B8F9B6BA1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4" name="Rectangle: Rounded Corners 1793">
                <a:extLst>
                  <a:ext uri="{FF2B5EF4-FFF2-40B4-BE49-F238E27FC236}">
                    <a16:creationId xmlns:a16="http://schemas.microsoft.com/office/drawing/2014/main" id="{97221BBD-748A-3BF3-F433-6A6D56A9C988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5" name="Rectangle: Rounded Corners 1794">
                <a:extLst>
                  <a:ext uri="{FF2B5EF4-FFF2-40B4-BE49-F238E27FC236}">
                    <a16:creationId xmlns:a16="http://schemas.microsoft.com/office/drawing/2014/main" id="{3BFE00DC-322E-150A-812E-AC26B030861E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6" name="Rectangle: Rounded Corners 1795">
                <a:extLst>
                  <a:ext uri="{FF2B5EF4-FFF2-40B4-BE49-F238E27FC236}">
                    <a16:creationId xmlns:a16="http://schemas.microsoft.com/office/drawing/2014/main" id="{D3ADADC2-EF9A-8A1C-5040-02572004651A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7" name="Rectangle: Rounded Corners 1796">
                <a:extLst>
                  <a:ext uri="{FF2B5EF4-FFF2-40B4-BE49-F238E27FC236}">
                    <a16:creationId xmlns:a16="http://schemas.microsoft.com/office/drawing/2014/main" id="{322E0318-5EC0-4DEF-B4BB-1668137E63B1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8" name="Rectangle: Rounded Corners 1797">
                <a:extLst>
                  <a:ext uri="{FF2B5EF4-FFF2-40B4-BE49-F238E27FC236}">
                    <a16:creationId xmlns:a16="http://schemas.microsoft.com/office/drawing/2014/main" id="{46D9C49B-8E5C-1C2F-5586-FCE4BFF1DB17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9" name="Rectangle: Rounded Corners 1798">
                <a:extLst>
                  <a:ext uri="{FF2B5EF4-FFF2-40B4-BE49-F238E27FC236}">
                    <a16:creationId xmlns:a16="http://schemas.microsoft.com/office/drawing/2014/main" id="{BCB326E8-CFFA-1F3C-94A0-838BA265AB42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0" name="Rectangle: Rounded Corners 1799">
                <a:extLst>
                  <a:ext uri="{FF2B5EF4-FFF2-40B4-BE49-F238E27FC236}">
                    <a16:creationId xmlns:a16="http://schemas.microsoft.com/office/drawing/2014/main" id="{ED76BD22-2D20-5BEE-9C28-124CFAE99763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01" name="Group 1800">
                <a:extLst>
                  <a:ext uri="{FF2B5EF4-FFF2-40B4-BE49-F238E27FC236}">
                    <a16:creationId xmlns:a16="http://schemas.microsoft.com/office/drawing/2014/main" id="{CD2DE24B-ACBB-19FA-AC83-B77CAAE89D76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807" name="Rectangle: Rounded Corners 1806">
                  <a:extLst>
                    <a:ext uri="{FF2B5EF4-FFF2-40B4-BE49-F238E27FC236}">
                      <a16:creationId xmlns:a16="http://schemas.microsoft.com/office/drawing/2014/main" id="{2F79C03B-A788-9124-BC98-3ABC85DE44C0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8" name="Rectangle: Rounded Corners 1807">
                  <a:extLst>
                    <a:ext uri="{FF2B5EF4-FFF2-40B4-BE49-F238E27FC236}">
                      <a16:creationId xmlns:a16="http://schemas.microsoft.com/office/drawing/2014/main" id="{0C7F14EC-085B-F232-8C29-6BC6BFB31A91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9" name="Rectangle: Rounded Corners 1808">
                  <a:extLst>
                    <a:ext uri="{FF2B5EF4-FFF2-40B4-BE49-F238E27FC236}">
                      <a16:creationId xmlns:a16="http://schemas.microsoft.com/office/drawing/2014/main" id="{3B46D33A-308E-066A-F3EF-A4B0377B55D2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0" name="Rectangle: Rounded Corners 1809">
                  <a:extLst>
                    <a:ext uri="{FF2B5EF4-FFF2-40B4-BE49-F238E27FC236}">
                      <a16:creationId xmlns:a16="http://schemas.microsoft.com/office/drawing/2014/main" id="{E3868F9A-847C-6377-514E-D3AB5053480C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02" name="Group 1801">
                <a:extLst>
                  <a:ext uri="{FF2B5EF4-FFF2-40B4-BE49-F238E27FC236}">
                    <a16:creationId xmlns:a16="http://schemas.microsoft.com/office/drawing/2014/main" id="{9971A1A9-8EEC-0C60-CB39-159FD65EAAF8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803" name="Rectangle: Rounded Corners 1802">
                  <a:extLst>
                    <a:ext uri="{FF2B5EF4-FFF2-40B4-BE49-F238E27FC236}">
                      <a16:creationId xmlns:a16="http://schemas.microsoft.com/office/drawing/2014/main" id="{417EF801-5BD5-5E0A-DB28-FDEB16D317ED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4" name="Rectangle: Rounded Corners 1803">
                  <a:extLst>
                    <a:ext uri="{FF2B5EF4-FFF2-40B4-BE49-F238E27FC236}">
                      <a16:creationId xmlns:a16="http://schemas.microsoft.com/office/drawing/2014/main" id="{200B0EE9-1669-3672-A3C0-6950AA16B3F9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5" name="Rectangle: Rounded Corners 1804">
                  <a:extLst>
                    <a:ext uri="{FF2B5EF4-FFF2-40B4-BE49-F238E27FC236}">
                      <a16:creationId xmlns:a16="http://schemas.microsoft.com/office/drawing/2014/main" id="{71195FF2-3EEF-2B7C-8EB0-5DC04F23EF66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6" name="Rectangle: Rounded Corners 1805">
                  <a:extLst>
                    <a:ext uri="{FF2B5EF4-FFF2-40B4-BE49-F238E27FC236}">
                      <a16:creationId xmlns:a16="http://schemas.microsoft.com/office/drawing/2014/main" id="{07A0FB12-25C4-95C6-D275-4CFBAF5B23F2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811" name="Group 1810">
            <a:extLst>
              <a:ext uri="{FF2B5EF4-FFF2-40B4-BE49-F238E27FC236}">
                <a16:creationId xmlns:a16="http://schemas.microsoft.com/office/drawing/2014/main" id="{BCA0869B-B47F-4375-7884-CCCDF4D75E19}"/>
              </a:ext>
            </a:extLst>
          </p:cNvPr>
          <p:cNvGrpSpPr>
            <a:grpSpLocks noChangeAspect="1"/>
          </p:cNvGrpSpPr>
          <p:nvPr/>
        </p:nvGrpSpPr>
        <p:grpSpPr>
          <a:xfrm>
            <a:off x="8813783" y="4290312"/>
            <a:ext cx="411851" cy="351150"/>
            <a:chOff x="3251348" y="1795096"/>
            <a:chExt cx="3827633" cy="3263516"/>
          </a:xfrm>
        </p:grpSpPr>
        <p:sp>
          <p:nvSpPr>
            <p:cNvPr id="1812" name="Rectangle 1811">
              <a:extLst>
                <a:ext uri="{FF2B5EF4-FFF2-40B4-BE49-F238E27FC236}">
                  <a16:creationId xmlns:a16="http://schemas.microsoft.com/office/drawing/2014/main" id="{A1613BA6-F0C2-32AC-CF5B-829DAF05ECF8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13" name="Group 1812">
              <a:extLst>
                <a:ext uri="{FF2B5EF4-FFF2-40B4-BE49-F238E27FC236}">
                  <a16:creationId xmlns:a16="http://schemas.microsoft.com/office/drawing/2014/main" id="{078B4C4A-AD9E-1A7A-0A9F-0B792AACDA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02F3AB31-B2B7-8E8D-B3DB-5DCA213FC549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EA0837B7-6AF2-C9F4-5923-23C6FB1DEF52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816" name="Rectangle: Rounded Corners 1815">
                <a:extLst>
                  <a:ext uri="{FF2B5EF4-FFF2-40B4-BE49-F238E27FC236}">
                    <a16:creationId xmlns:a16="http://schemas.microsoft.com/office/drawing/2014/main" id="{C61723EA-979D-74D8-DD2E-65C338D5D089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7" name="Rectangle: Rounded Corners 1816">
                <a:extLst>
                  <a:ext uri="{FF2B5EF4-FFF2-40B4-BE49-F238E27FC236}">
                    <a16:creationId xmlns:a16="http://schemas.microsoft.com/office/drawing/2014/main" id="{C292ABE5-BC30-EF20-62C1-5A725E36AA35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8" name="Rectangle: Rounded Corners 1817">
                <a:extLst>
                  <a:ext uri="{FF2B5EF4-FFF2-40B4-BE49-F238E27FC236}">
                    <a16:creationId xmlns:a16="http://schemas.microsoft.com/office/drawing/2014/main" id="{2B881C97-182F-5260-DE17-9046DEABB2B0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9" name="Rectangle: Rounded Corners 1818">
                <a:extLst>
                  <a:ext uri="{FF2B5EF4-FFF2-40B4-BE49-F238E27FC236}">
                    <a16:creationId xmlns:a16="http://schemas.microsoft.com/office/drawing/2014/main" id="{D09A7334-7468-5F8A-4E69-17D097C06267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0" name="Rectangle: Rounded Corners 1819">
                <a:extLst>
                  <a:ext uri="{FF2B5EF4-FFF2-40B4-BE49-F238E27FC236}">
                    <a16:creationId xmlns:a16="http://schemas.microsoft.com/office/drawing/2014/main" id="{D214CBBD-5617-0FDA-F60C-D8D85C002C21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1" name="Rectangle: Rounded Corners 1820">
                <a:extLst>
                  <a:ext uri="{FF2B5EF4-FFF2-40B4-BE49-F238E27FC236}">
                    <a16:creationId xmlns:a16="http://schemas.microsoft.com/office/drawing/2014/main" id="{F194BF99-AFB7-BA99-66F3-BB55BFC7B14A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2" name="Rectangle: Rounded Corners 1821">
                <a:extLst>
                  <a:ext uri="{FF2B5EF4-FFF2-40B4-BE49-F238E27FC236}">
                    <a16:creationId xmlns:a16="http://schemas.microsoft.com/office/drawing/2014/main" id="{083D3825-33CC-3555-6A24-C318987CCA86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3" name="Rectangle: Rounded Corners 1822">
                <a:extLst>
                  <a:ext uri="{FF2B5EF4-FFF2-40B4-BE49-F238E27FC236}">
                    <a16:creationId xmlns:a16="http://schemas.microsoft.com/office/drawing/2014/main" id="{EF701E0D-FD9F-907D-E42D-96755571502E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24" name="Group 1823">
                <a:extLst>
                  <a:ext uri="{FF2B5EF4-FFF2-40B4-BE49-F238E27FC236}">
                    <a16:creationId xmlns:a16="http://schemas.microsoft.com/office/drawing/2014/main" id="{6677C3FC-F495-4053-B1E6-77EFED0C6A67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830" name="Rectangle: Rounded Corners 1829">
                  <a:extLst>
                    <a:ext uri="{FF2B5EF4-FFF2-40B4-BE49-F238E27FC236}">
                      <a16:creationId xmlns:a16="http://schemas.microsoft.com/office/drawing/2014/main" id="{CF92E3F8-9237-6815-6E00-035F4EEAD29F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1" name="Rectangle: Rounded Corners 1830">
                  <a:extLst>
                    <a:ext uri="{FF2B5EF4-FFF2-40B4-BE49-F238E27FC236}">
                      <a16:creationId xmlns:a16="http://schemas.microsoft.com/office/drawing/2014/main" id="{601F6AA9-197A-D78D-BDD6-B47C8BE08100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2" name="Rectangle: Rounded Corners 1831">
                  <a:extLst>
                    <a:ext uri="{FF2B5EF4-FFF2-40B4-BE49-F238E27FC236}">
                      <a16:creationId xmlns:a16="http://schemas.microsoft.com/office/drawing/2014/main" id="{E1748F4E-2342-C5DE-556C-89509865C126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3" name="Rectangle: Rounded Corners 1832">
                  <a:extLst>
                    <a:ext uri="{FF2B5EF4-FFF2-40B4-BE49-F238E27FC236}">
                      <a16:creationId xmlns:a16="http://schemas.microsoft.com/office/drawing/2014/main" id="{017340E5-FAF9-8F28-A114-D9C42C0C7EA7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25" name="Group 1824">
                <a:extLst>
                  <a:ext uri="{FF2B5EF4-FFF2-40B4-BE49-F238E27FC236}">
                    <a16:creationId xmlns:a16="http://schemas.microsoft.com/office/drawing/2014/main" id="{5E5EB831-8F75-06B3-C9BC-847B60213110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826" name="Rectangle: Rounded Corners 1825">
                  <a:extLst>
                    <a:ext uri="{FF2B5EF4-FFF2-40B4-BE49-F238E27FC236}">
                      <a16:creationId xmlns:a16="http://schemas.microsoft.com/office/drawing/2014/main" id="{BA3D7EE6-5B91-8CE2-D271-C53120BA475A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7" name="Rectangle: Rounded Corners 1826">
                  <a:extLst>
                    <a:ext uri="{FF2B5EF4-FFF2-40B4-BE49-F238E27FC236}">
                      <a16:creationId xmlns:a16="http://schemas.microsoft.com/office/drawing/2014/main" id="{68C1A7E9-5343-B551-C36F-15998B55165C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8" name="Rectangle: Rounded Corners 1827">
                  <a:extLst>
                    <a:ext uri="{FF2B5EF4-FFF2-40B4-BE49-F238E27FC236}">
                      <a16:creationId xmlns:a16="http://schemas.microsoft.com/office/drawing/2014/main" id="{66904367-273B-DFA2-3541-F567CB817C84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9" name="Rectangle: Rounded Corners 1828">
                  <a:extLst>
                    <a:ext uri="{FF2B5EF4-FFF2-40B4-BE49-F238E27FC236}">
                      <a16:creationId xmlns:a16="http://schemas.microsoft.com/office/drawing/2014/main" id="{8E8B14A5-3CF7-1827-7DE6-A624EEA16F10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834" name="Group 1833">
            <a:extLst>
              <a:ext uri="{FF2B5EF4-FFF2-40B4-BE49-F238E27FC236}">
                <a16:creationId xmlns:a16="http://schemas.microsoft.com/office/drawing/2014/main" id="{C364CDBE-E5F2-5E06-0CF0-F457C09816BE}"/>
              </a:ext>
            </a:extLst>
          </p:cNvPr>
          <p:cNvGrpSpPr>
            <a:grpSpLocks noChangeAspect="1"/>
          </p:cNvGrpSpPr>
          <p:nvPr/>
        </p:nvGrpSpPr>
        <p:grpSpPr>
          <a:xfrm>
            <a:off x="8813783" y="2535026"/>
            <a:ext cx="411851" cy="351150"/>
            <a:chOff x="3251348" y="1795096"/>
            <a:chExt cx="3827633" cy="3263516"/>
          </a:xfrm>
        </p:grpSpPr>
        <p:sp>
          <p:nvSpPr>
            <p:cNvPr id="1835" name="Rectangle 1834">
              <a:extLst>
                <a:ext uri="{FF2B5EF4-FFF2-40B4-BE49-F238E27FC236}">
                  <a16:creationId xmlns:a16="http://schemas.microsoft.com/office/drawing/2014/main" id="{848106BD-B10A-58A0-CD40-56D8328B8B00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36" name="Group 1835">
              <a:extLst>
                <a:ext uri="{FF2B5EF4-FFF2-40B4-BE49-F238E27FC236}">
                  <a16:creationId xmlns:a16="http://schemas.microsoft.com/office/drawing/2014/main" id="{2FD773A5-3112-1B8F-7B87-4C5B7C1EB80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511A9B68-24B1-780C-7B32-EACE3CD45487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284EDDE8-31D8-7315-DA02-0D4188D62D28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839" name="Rectangle: Rounded Corners 1838">
                <a:extLst>
                  <a:ext uri="{FF2B5EF4-FFF2-40B4-BE49-F238E27FC236}">
                    <a16:creationId xmlns:a16="http://schemas.microsoft.com/office/drawing/2014/main" id="{F4C63917-2A04-5299-BA0D-4CE19C98E46A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0" name="Rectangle: Rounded Corners 1839">
                <a:extLst>
                  <a:ext uri="{FF2B5EF4-FFF2-40B4-BE49-F238E27FC236}">
                    <a16:creationId xmlns:a16="http://schemas.microsoft.com/office/drawing/2014/main" id="{FFEB4E45-B009-1E7D-EEB7-5ABF12DDC680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1" name="Rectangle: Rounded Corners 1840">
                <a:extLst>
                  <a:ext uri="{FF2B5EF4-FFF2-40B4-BE49-F238E27FC236}">
                    <a16:creationId xmlns:a16="http://schemas.microsoft.com/office/drawing/2014/main" id="{CE03D6BF-6EEC-A858-6856-6A0849678772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2" name="Rectangle: Rounded Corners 1841">
                <a:extLst>
                  <a:ext uri="{FF2B5EF4-FFF2-40B4-BE49-F238E27FC236}">
                    <a16:creationId xmlns:a16="http://schemas.microsoft.com/office/drawing/2014/main" id="{A48E08D8-97C4-4CED-2DCB-04948F11A678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3" name="Rectangle: Rounded Corners 1842">
                <a:extLst>
                  <a:ext uri="{FF2B5EF4-FFF2-40B4-BE49-F238E27FC236}">
                    <a16:creationId xmlns:a16="http://schemas.microsoft.com/office/drawing/2014/main" id="{DF44AAB0-0041-7954-674E-F1C00DC289A2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4" name="Rectangle: Rounded Corners 1843">
                <a:extLst>
                  <a:ext uri="{FF2B5EF4-FFF2-40B4-BE49-F238E27FC236}">
                    <a16:creationId xmlns:a16="http://schemas.microsoft.com/office/drawing/2014/main" id="{38D43F04-FDF1-C54D-3C12-44C4C778073E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5" name="Rectangle: Rounded Corners 1844">
                <a:extLst>
                  <a:ext uri="{FF2B5EF4-FFF2-40B4-BE49-F238E27FC236}">
                    <a16:creationId xmlns:a16="http://schemas.microsoft.com/office/drawing/2014/main" id="{629065D2-00B7-556C-6866-36F7E31AB91D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6" name="Rectangle: Rounded Corners 1845">
                <a:extLst>
                  <a:ext uri="{FF2B5EF4-FFF2-40B4-BE49-F238E27FC236}">
                    <a16:creationId xmlns:a16="http://schemas.microsoft.com/office/drawing/2014/main" id="{667BBF18-FC43-F48E-2309-7EBDCDB793DF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47" name="Group 1846">
                <a:extLst>
                  <a:ext uri="{FF2B5EF4-FFF2-40B4-BE49-F238E27FC236}">
                    <a16:creationId xmlns:a16="http://schemas.microsoft.com/office/drawing/2014/main" id="{7CA73E59-DEBD-E776-C1EF-9EA7B4097D08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853" name="Rectangle: Rounded Corners 1852">
                  <a:extLst>
                    <a:ext uri="{FF2B5EF4-FFF2-40B4-BE49-F238E27FC236}">
                      <a16:creationId xmlns:a16="http://schemas.microsoft.com/office/drawing/2014/main" id="{D0F27F6C-3C9C-3E30-2184-77D030A02285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4" name="Rectangle: Rounded Corners 1853">
                  <a:extLst>
                    <a:ext uri="{FF2B5EF4-FFF2-40B4-BE49-F238E27FC236}">
                      <a16:creationId xmlns:a16="http://schemas.microsoft.com/office/drawing/2014/main" id="{25A0F8A1-8EED-E568-B20C-4726C8FD6475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5" name="Rectangle: Rounded Corners 1854">
                  <a:extLst>
                    <a:ext uri="{FF2B5EF4-FFF2-40B4-BE49-F238E27FC236}">
                      <a16:creationId xmlns:a16="http://schemas.microsoft.com/office/drawing/2014/main" id="{ADF90FE6-A396-6752-6C98-4911F0DB692F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6" name="Rectangle: Rounded Corners 1855">
                  <a:extLst>
                    <a:ext uri="{FF2B5EF4-FFF2-40B4-BE49-F238E27FC236}">
                      <a16:creationId xmlns:a16="http://schemas.microsoft.com/office/drawing/2014/main" id="{73C5EFEC-624B-732F-8A48-7A13BCCC3E30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48" name="Group 1847">
                <a:extLst>
                  <a:ext uri="{FF2B5EF4-FFF2-40B4-BE49-F238E27FC236}">
                    <a16:creationId xmlns:a16="http://schemas.microsoft.com/office/drawing/2014/main" id="{29A309F3-0504-73DB-3D67-384ECEFF7CDF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849" name="Rectangle: Rounded Corners 1848">
                  <a:extLst>
                    <a:ext uri="{FF2B5EF4-FFF2-40B4-BE49-F238E27FC236}">
                      <a16:creationId xmlns:a16="http://schemas.microsoft.com/office/drawing/2014/main" id="{C65FCE13-61CF-2D38-DB90-184B1CF2B7CE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0" name="Rectangle: Rounded Corners 1849">
                  <a:extLst>
                    <a:ext uri="{FF2B5EF4-FFF2-40B4-BE49-F238E27FC236}">
                      <a16:creationId xmlns:a16="http://schemas.microsoft.com/office/drawing/2014/main" id="{006778A7-ACCB-6541-4D1E-BA6D3712181E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1" name="Rectangle: Rounded Corners 1850">
                  <a:extLst>
                    <a:ext uri="{FF2B5EF4-FFF2-40B4-BE49-F238E27FC236}">
                      <a16:creationId xmlns:a16="http://schemas.microsoft.com/office/drawing/2014/main" id="{01ECE1B5-00CD-FEE9-C74F-0B070B972A05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2" name="Rectangle: Rounded Corners 1851">
                  <a:extLst>
                    <a:ext uri="{FF2B5EF4-FFF2-40B4-BE49-F238E27FC236}">
                      <a16:creationId xmlns:a16="http://schemas.microsoft.com/office/drawing/2014/main" id="{BC74CEFA-9B93-ACCE-E62D-194C71AF6E02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857" name="Group 1856">
            <a:extLst>
              <a:ext uri="{FF2B5EF4-FFF2-40B4-BE49-F238E27FC236}">
                <a16:creationId xmlns:a16="http://schemas.microsoft.com/office/drawing/2014/main" id="{8E4F9CFD-3573-43E4-973A-AEE0F6A49787}"/>
              </a:ext>
            </a:extLst>
          </p:cNvPr>
          <p:cNvGrpSpPr>
            <a:grpSpLocks noChangeAspect="1"/>
          </p:cNvGrpSpPr>
          <p:nvPr/>
        </p:nvGrpSpPr>
        <p:grpSpPr>
          <a:xfrm>
            <a:off x="8813783" y="779740"/>
            <a:ext cx="411851" cy="351150"/>
            <a:chOff x="3251348" y="1795096"/>
            <a:chExt cx="3827633" cy="3263516"/>
          </a:xfrm>
        </p:grpSpPr>
        <p:sp>
          <p:nvSpPr>
            <p:cNvPr id="1858" name="Rectangle 1857">
              <a:extLst>
                <a:ext uri="{FF2B5EF4-FFF2-40B4-BE49-F238E27FC236}">
                  <a16:creationId xmlns:a16="http://schemas.microsoft.com/office/drawing/2014/main" id="{4E2F7411-2449-11F7-3164-F59ECE6B24B8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59" name="Group 1858">
              <a:extLst>
                <a:ext uri="{FF2B5EF4-FFF2-40B4-BE49-F238E27FC236}">
                  <a16:creationId xmlns:a16="http://schemas.microsoft.com/office/drawing/2014/main" id="{821F9B92-02FE-8360-297E-EB6042FB7BC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557A94E3-CC93-90D9-82DC-3DA1A4AEB82D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C67199C6-DB81-0C22-FA6A-BCE720AB9FDF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862" name="Rectangle: Rounded Corners 1861">
                <a:extLst>
                  <a:ext uri="{FF2B5EF4-FFF2-40B4-BE49-F238E27FC236}">
                    <a16:creationId xmlns:a16="http://schemas.microsoft.com/office/drawing/2014/main" id="{A0BE3607-0A26-4AD1-F49D-FAA88ADAEE9A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3" name="Rectangle: Rounded Corners 1862">
                <a:extLst>
                  <a:ext uri="{FF2B5EF4-FFF2-40B4-BE49-F238E27FC236}">
                    <a16:creationId xmlns:a16="http://schemas.microsoft.com/office/drawing/2014/main" id="{434AEF16-B7F7-96A1-6AA2-A98F55BE5746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4" name="Rectangle: Rounded Corners 1863">
                <a:extLst>
                  <a:ext uri="{FF2B5EF4-FFF2-40B4-BE49-F238E27FC236}">
                    <a16:creationId xmlns:a16="http://schemas.microsoft.com/office/drawing/2014/main" id="{CFBC9D11-4135-B20B-F5CA-984D1882B725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5" name="Rectangle: Rounded Corners 1864">
                <a:extLst>
                  <a:ext uri="{FF2B5EF4-FFF2-40B4-BE49-F238E27FC236}">
                    <a16:creationId xmlns:a16="http://schemas.microsoft.com/office/drawing/2014/main" id="{E0638E84-327E-5FE5-F8C9-EC769FA6CBF8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6" name="Rectangle: Rounded Corners 1865">
                <a:extLst>
                  <a:ext uri="{FF2B5EF4-FFF2-40B4-BE49-F238E27FC236}">
                    <a16:creationId xmlns:a16="http://schemas.microsoft.com/office/drawing/2014/main" id="{5DC7454E-C528-0BE5-BF7A-AF9E9AB30B59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7" name="Rectangle: Rounded Corners 1866">
                <a:extLst>
                  <a:ext uri="{FF2B5EF4-FFF2-40B4-BE49-F238E27FC236}">
                    <a16:creationId xmlns:a16="http://schemas.microsoft.com/office/drawing/2014/main" id="{AAFC297F-4E3F-A889-8582-3A3621C6D9B1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8" name="Rectangle: Rounded Corners 1867">
                <a:extLst>
                  <a:ext uri="{FF2B5EF4-FFF2-40B4-BE49-F238E27FC236}">
                    <a16:creationId xmlns:a16="http://schemas.microsoft.com/office/drawing/2014/main" id="{B7715090-6853-4D47-2D36-4BC11D74035E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9" name="Rectangle: Rounded Corners 1868">
                <a:extLst>
                  <a:ext uri="{FF2B5EF4-FFF2-40B4-BE49-F238E27FC236}">
                    <a16:creationId xmlns:a16="http://schemas.microsoft.com/office/drawing/2014/main" id="{03A9C760-753A-A2C6-97D4-463AEDF06299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70" name="Group 1869">
                <a:extLst>
                  <a:ext uri="{FF2B5EF4-FFF2-40B4-BE49-F238E27FC236}">
                    <a16:creationId xmlns:a16="http://schemas.microsoft.com/office/drawing/2014/main" id="{5A3B0742-D53A-1D22-21B5-A600C677A031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876" name="Rectangle: Rounded Corners 1875">
                  <a:extLst>
                    <a:ext uri="{FF2B5EF4-FFF2-40B4-BE49-F238E27FC236}">
                      <a16:creationId xmlns:a16="http://schemas.microsoft.com/office/drawing/2014/main" id="{C6242685-F48D-0514-433C-CD9E5962C694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7" name="Rectangle: Rounded Corners 1876">
                  <a:extLst>
                    <a:ext uri="{FF2B5EF4-FFF2-40B4-BE49-F238E27FC236}">
                      <a16:creationId xmlns:a16="http://schemas.microsoft.com/office/drawing/2014/main" id="{3863EB10-4444-C58D-3938-50A8CB873B65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8" name="Rectangle: Rounded Corners 1877">
                  <a:extLst>
                    <a:ext uri="{FF2B5EF4-FFF2-40B4-BE49-F238E27FC236}">
                      <a16:creationId xmlns:a16="http://schemas.microsoft.com/office/drawing/2014/main" id="{0961EE01-C761-59DE-CEF3-ABC509D9608E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9" name="Rectangle: Rounded Corners 1878">
                  <a:extLst>
                    <a:ext uri="{FF2B5EF4-FFF2-40B4-BE49-F238E27FC236}">
                      <a16:creationId xmlns:a16="http://schemas.microsoft.com/office/drawing/2014/main" id="{C6023268-36D5-1E38-A11B-8F49A1F41DF9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71" name="Group 1870">
                <a:extLst>
                  <a:ext uri="{FF2B5EF4-FFF2-40B4-BE49-F238E27FC236}">
                    <a16:creationId xmlns:a16="http://schemas.microsoft.com/office/drawing/2014/main" id="{3764244D-D233-921F-CAFD-45AB13E7DC9B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872" name="Rectangle: Rounded Corners 1871">
                  <a:extLst>
                    <a:ext uri="{FF2B5EF4-FFF2-40B4-BE49-F238E27FC236}">
                      <a16:creationId xmlns:a16="http://schemas.microsoft.com/office/drawing/2014/main" id="{A2105213-452F-0FD1-4D90-B00903135604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3" name="Rectangle: Rounded Corners 1872">
                  <a:extLst>
                    <a:ext uri="{FF2B5EF4-FFF2-40B4-BE49-F238E27FC236}">
                      <a16:creationId xmlns:a16="http://schemas.microsoft.com/office/drawing/2014/main" id="{C38369FF-89EC-D157-CF9E-A3459C6E69A3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4" name="Rectangle: Rounded Corners 1873">
                  <a:extLst>
                    <a:ext uri="{FF2B5EF4-FFF2-40B4-BE49-F238E27FC236}">
                      <a16:creationId xmlns:a16="http://schemas.microsoft.com/office/drawing/2014/main" id="{6C0749A1-B1D3-5FAA-3486-9B9C3AE4BF47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5" name="Rectangle: Rounded Corners 1874">
                  <a:extLst>
                    <a:ext uri="{FF2B5EF4-FFF2-40B4-BE49-F238E27FC236}">
                      <a16:creationId xmlns:a16="http://schemas.microsoft.com/office/drawing/2014/main" id="{EE927A66-EAF0-4818-84FF-0B226546D9C5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1880" name="Rectangle: Rounded Corners 1879">
            <a:extLst>
              <a:ext uri="{FF2B5EF4-FFF2-40B4-BE49-F238E27FC236}">
                <a16:creationId xmlns:a16="http://schemas.microsoft.com/office/drawing/2014/main" id="{067CE16F-3698-69A9-A1A4-9C69CF1F920E}"/>
              </a:ext>
            </a:extLst>
          </p:cNvPr>
          <p:cNvSpPr/>
          <p:nvPr/>
        </p:nvSpPr>
        <p:spPr>
          <a:xfrm>
            <a:off x="8718790" y="709026"/>
            <a:ext cx="601448" cy="5739938"/>
          </a:xfrm>
          <a:prstGeom prst="round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1" name="TextBox 1880">
            <a:extLst>
              <a:ext uri="{FF2B5EF4-FFF2-40B4-BE49-F238E27FC236}">
                <a16:creationId xmlns:a16="http://schemas.microsoft.com/office/drawing/2014/main" id="{8C74C3B9-1B72-314E-37C6-67C1680C3B09}"/>
              </a:ext>
            </a:extLst>
          </p:cNvPr>
          <p:cNvSpPr txBox="1"/>
          <p:nvPr/>
        </p:nvSpPr>
        <p:spPr>
          <a:xfrm>
            <a:off x="9430359" y="515458"/>
            <a:ext cx="6014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>
                <a:solidFill>
                  <a:srgbClr val="0070C0"/>
                </a:solidFill>
              </a:rPr>
              <a:t>Decode</a:t>
            </a:r>
          </a:p>
        </p:txBody>
      </p:sp>
      <p:grpSp>
        <p:nvGrpSpPr>
          <p:cNvPr id="1882" name="Group 1881">
            <a:extLst>
              <a:ext uri="{FF2B5EF4-FFF2-40B4-BE49-F238E27FC236}">
                <a16:creationId xmlns:a16="http://schemas.microsoft.com/office/drawing/2014/main" id="{F9789840-615B-B738-41C5-F1014CF7E472}"/>
              </a:ext>
            </a:extLst>
          </p:cNvPr>
          <p:cNvGrpSpPr>
            <a:grpSpLocks noChangeAspect="1"/>
          </p:cNvGrpSpPr>
          <p:nvPr/>
        </p:nvGrpSpPr>
        <p:grpSpPr>
          <a:xfrm>
            <a:off x="9530853" y="6072738"/>
            <a:ext cx="411851" cy="351150"/>
            <a:chOff x="3251348" y="1795096"/>
            <a:chExt cx="3827633" cy="3263516"/>
          </a:xfrm>
        </p:grpSpPr>
        <p:sp>
          <p:nvSpPr>
            <p:cNvPr id="1883" name="Rectangle 1882">
              <a:extLst>
                <a:ext uri="{FF2B5EF4-FFF2-40B4-BE49-F238E27FC236}">
                  <a16:creationId xmlns:a16="http://schemas.microsoft.com/office/drawing/2014/main" id="{F35998B8-A654-809E-A21D-455565FD0BD8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84" name="Group 1883">
              <a:extLst>
                <a:ext uri="{FF2B5EF4-FFF2-40B4-BE49-F238E27FC236}">
                  <a16:creationId xmlns:a16="http://schemas.microsoft.com/office/drawing/2014/main" id="{BFAA2BBC-651A-83FD-8032-C2B32BCA623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153A0C7E-D927-5214-9E57-4E9335F2BB4E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33AB0022-BFAB-FA74-0811-78864B2C3073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887" name="Rectangle: Rounded Corners 1886">
                <a:extLst>
                  <a:ext uri="{FF2B5EF4-FFF2-40B4-BE49-F238E27FC236}">
                    <a16:creationId xmlns:a16="http://schemas.microsoft.com/office/drawing/2014/main" id="{60028143-BBE8-B0CC-BBE1-24443952A2F2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8" name="Rectangle: Rounded Corners 1887">
                <a:extLst>
                  <a:ext uri="{FF2B5EF4-FFF2-40B4-BE49-F238E27FC236}">
                    <a16:creationId xmlns:a16="http://schemas.microsoft.com/office/drawing/2014/main" id="{B64E72D9-9FCA-AC52-C498-D308DDBD7CB2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9" name="Rectangle: Rounded Corners 1888">
                <a:extLst>
                  <a:ext uri="{FF2B5EF4-FFF2-40B4-BE49-F238E27FC236}">
                    <a16:creationId xmlns:a16="http://schemas.microsoft.com/office/drawing/2014/main" id="{43DB7303-CD39-6028-8E57-6ABE570F27CF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0" name="Rectangle: Rounded Corners 1889">
                <a:extLst>
                  <a:ext uri="{FF2B5EF4-FFF2-40B4-BE49-F238E27FC236}">
                    <a16:creationId xmlns:a16="http://schemas.microsoft.com/office/drawing/2014/main" id="{6707B4F4-F3E0-DED0-842D-5FB4FFCE4391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1" name="Rectangle: Rounded Corners 1890">
                <a:extLst>
                  <a:ext uri="{FF2B5EF4-FFF2-40B4-BE49-F238E27FC236}">
                    <a16:creationId xmlns:a16="http://schemas.microsoft.com/office/drawing/2014/main" id="{9667069E-139D-CD25-3E52-5C521C4B9539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2" name="Rectangle: Rounded Corners 1891">
                <a:extLst>
                  <a:ext uri="{FF2B5EF4-FFF2-40B4-BE49-F238E27FC236}">
                    <a16:creationId xmlns:a16="http://schemas.microsoft.com/office/drawing/2014/main" id="{06E86155-727A-7A19-7BAC-45C0A9168A03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3" name="Rectangle: Rounded Corners 1892">
                <a:extLst>
                  <a:ext uri="{FF2B5EF4-FFF2-40B4-BE49-F238E27FC236}">
                    <a16:creationId xmlns:a16="http://schemas.microsoft.com/office/drawing/2014/main" id="{8E14B446-BB9E-2F4D-136A-00B1B984C941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4" name="Rectangle: Rounded Corners 1893">
                <a:extLst>
                  <a:ext uri="{FF2B5EF4-FFF2-40B4-BE49-F238E27FC236}">
                    <a16:creationId xmlns:a16="http://schemas.microsoft.com/office/drawing/2014/main" id="{E6559726-1E58-993C-4314-9FEFDEDDFF2D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95" name="Group 1894">
                <a:extLst>
                  <a:ext uri="{FF2B5EF4-FFF2-40B4-BE49-F238E27FC236}">
                    <a16:creationId xmlns:a16="http://schemas.microsoft.com/office/drawing/2014/main" id="{AEBBBB91-A037-26C0-416F-EF98D265ACBD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901" name="Rectangle: Rounded Corners 1900">
                  <a:extLst>
                    <a:ext uri="{FF2B5EF4-FFF2-40B4-BE49-F238E27FC236}">
                      <a16:creationId xmlns:a16="http://schemas.microsoft.com/office/drawing/2014/main" id="{315008EF-ED4E-7DA6-B710-76187879FC10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2" name="Rectangle: Rounded Corners 1901">
                  <a:extLst>
                    <a:ext uri="{FF2B5EF4-FFF2-40B4-BE49-F238E27FC236}">
                      <a16:creationId xmlns:a16="http://schemas.microsoft.com/office/drawing/2014/main" id="{9309A198-0039-B76F-A5B6-5913CD6408DC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3" name="Rectangle: Rounded Corners 1902">
                  <a:extLst>
                    <a:ext uri="{FF2B5EF4-FFF2-40B4-BE49-F238E27FC236}">
                      <a16:creationId xmlns:a16="http://schemas.microsoft.com/office/drawing/2014/main" id="{37256167-DA3F-8532-744E-DE9B536FACBE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4" name="Rectangle: Rounded Corners 1903">
                  <a:extLst>
                    <a:ext uri="{FF2B5EF4-FFF2-40B4-BE49-F238E27FC236}">
                      <a16:creationId xmlns:a16="http://schemas.microsoft.com/office/drawing/2014/main" id="{1339C4C0-1E77-54A4-5044-72EA15BF767D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96" name="Group 1895">
                <a:extLst>
                  <a:ext uri="{FF2B5EF4-FFF2-40B4-BE49-F238E27FC236}">
                    <a16:creationId xmlns:a16="http://schemas.microsoft.com/office/drawing/2014/main" id="{441F3A37-58C7-052E-C9B0-FE0000A943AA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897" name="Rectangle: Rounded Corners 1896">
                  <a:extLst>
                    <a:ext uri="{FF2B5EF4-FFF2-40B4-BE49-F238E27FC236}">
                      <a16:creationId xmlns:a16="http://schemas.microsoft.com/office/drawing/2014/main" id="{7EFFF5BB-00DA-62AA-2629-7FAF2D92371E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8" name="Rectangle: Rounded Corners 1897">
                  <a:extLst>
                    <a:ext uri="{FF2B5EF4-FFF2-40B4-BE49-F238E27FC236}">
                      <a16:creationId xmlns:a16="http://schemas.microsoft.com/office/drawing/2014/main" id="{1A51995A-9795-CDFA-B9FA-85A616FD6A47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9" name="Rectangle: Rounded Corners 1898">
                  <a:extLst>
                    <a:ext uri="{FF2B5EF4-FFF2-40B4-BE49-F238E27FC236}">
                      <a16:creationId xmlns:a16="http://schemas.microsoft.com/office/drawing/2014/main" id="{74703BF5-BAFE-BD02-E9FE-4AB07195533D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0" name="Rectangle: Rounded Corners 1899">
                  <a:extLst>
                    <a:ext uri="{FF2B5EF4-FFF2-40B4-BE49-F238E27FC236}">
                      <a16:creationId xmlns:a16="http://schemas.microsoft.com/office/drawing/2014/main" id="{36637BA7-8619-4FAE-32E8-EEDD0CFBD3D6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905" name="Group 1904">
            <a:extLst>
              <a:ext uri="{FF2B5EF4-FFF2-40B4-BE49-F238E27FC236}">
                <a16:creationId xmlns:a16="http://schemas.microsoft.com/office/drawing/2014/main" id="{09DC94BB-77FD-DB00-5F4C-DD50A5B305FC}"/>
              </a:ext>
            </a:extLst>
          </p:cNvPr>
          <p:cNvGrpSpPr>
            <a:grpSpLocks noChangeAspect="1"/>
          </p:cNvGrpSpPr>
          <p:nvPr/>
        </p:nvGrpSpPr>
        <p:grpSpPr>
          <a:xfrm>
            <a:off x="9530853" y="4317453"/>
            <a:ext cx="411851" cy="351150"/>
            <a:chOff x="3251348" y="1795096"/>
            <a:chExt cx="3827633" cy="3263516"/>
          </a:xfrm>
        </p:grpSpPr>
        <p:sp>
          <p:nvSpPr>
            <p:cNvPr id="1906" name="Rectangle 1905">
              <a:extLst>
                <a:ext uri="{FF2B5EF4-FFF2-40B4-BE49-F238E27FC236}">
                  <a16:creationId xmlns:a16="http://schemas.microsoft.com/office/drawing/2014/main" id="{4AAE664D-39EE-A534-BD0D-C9B150475738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07" name="Group 1906">
              <a:extLst>
                <a:ext uri="{FF2B5EF4-FFF2-40B4-BE49-F238E27FC236}">
                  <a16:creationId xmlns:a16="http://schemas.microsoft.com/office/drawing/2014/main" id="{8A342604-3810-FB22-0305-12453050D23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272E4AEB-6D6A-4E88-2D54-54D94B1C22E3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91B651AD-A1C8-85B3-531A-BAA6AF97B828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910" name="Rectangle: Rounded Corners 1909">
                <a:extLst>
                  <a:ext uri="{FF2B5EF4-FFF2-40B4-BE49-F238E27FC236}">
                    <a16:creationId xmlns:a16="http://schemas.microsoft.com/office/drawing/2014/main" id="{A88F877C-BEF8-9DE0-21AA-7F52E5FE1131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1" name="Rectangle: Rounded Corners 1910">
                <a:extLst>
                  <a:ext uri="{FF2B5EF4-FFF2-40B4-BE49-F238E27FC236}">
                    <a16:creationId xmlns:a16="http://schemas.microsoft.com/office/drawing/2014/main" id="{3CF8733F-616E-703E-52DB-6748A73D99A7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2" name="Rectangle: Rounded Corners 1911">
                <a:extLst>
                  <a:ext uri="{FF2B5EF4-FFF2-40B4-BE49-F238E27FC236}">
                    <a16:creationId xmlns:a16="http://schemas.microsoft.com/office/drawing/2014/main" id="{3FD2A230-1E6A-89C6-BF9B-D3F542A5C08A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3" name="Rectangle: Rounded Corners 1912">
                <a:extLst>
                  <a:ext uri="{FF2B5EF4-FFF2-40B4-BE49-F238E27FC236}">
                    <a16:creationId xmlns:a16="http://schemas.microsoft.com/office/drawing/2014/main" id="{6093007B-CDD6-1D2A-9A6B-3AD20AB55C29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4" name="Rectangle: Rounded Corners 1913">
                <a:extLst>
                  <a:ext uri="{FF2B5EF4-FFF2-40B4-BE49-F238E27FC236}">
                    <a16:creationId xmlns:a16="http://schemas.microsoft.com/office/drawing/2014/main" id="{20BBFC99-171F-E891-AE0A-56503525B18F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5" name="Rectangle: Rounded Corners 1914">
                <a:extLst>
                  <a:ext uri="{FF2B5EF4-FFF2-40B4-BE49-F238E27FC236}">
                    <a16:creationId xmlns:a16="http://schemas.microsoft.com/office/drawing/2014/main" id="{AF1A1DCD-079C-E6BE-FE5F-58F16317E4CF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6" name="Rectangle: Rounded Corners 1915">
                <a:extLst>
                  <a:ext uri="{FF2B5EF4-FFF2-40B4-BE49-F238E27FC236}">
                    <a16:creationId xmlns:a16="http://schemas.microsoft.com/office/drawing/2014/main" id="{B9CB5E1F-534B-5A00-D195-7711FBFC9C4B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7" name="Rectangle: Rounded Corners 1916">
                <a:extLst>
                  <a:ext uri="{FF2B5EF4-FFF2-40B4-BE49-F238E27FC236}">
                    <a16:creationId xmlns:a16="http://schemas.microsoft.com/office/drawing/2014/main" id="{69D1E67B-4677-7833-DC20-03F0132156EB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18" name="Group 1917">
                <a:extLst>
                  <a:ext uri="{FF2B5EF4-FFF2-40B4-BE49-F238E27FC236}">
                    <a16:creationId xmlns:a16="http://schemas.microsoft.com/office/drawing/2014/main" id="{E8FBA0A7-B2BF-CCDF-CBE1-DCB05FC1DBD4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924" name="Rectangle: Rounded Corners 1923">
                  <a:extLst>
                    <a:ext uri="{FF2B5EF4-FFF2-40B4-BE49-F238E27FC236}">
                      <a16:creationId xmlns:a16="http://schemas.microsoft.com/office/drawing/2014/main" id="{DCA4EAA1-FDE7-8672-C882-5CB0FC904F97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5" name="Rectangle: Rounded Corners 1924">
                  <a:extLst>
                    <a:ext uri="{FF2B5EF4-FFF2-40B4-BE49-F238E27FC236}">
                      <a16:creationId xmlns:a16="http://schemas.microsoft.com/office/drawing/2014/main" id="{2722A043-3FEF-587B-1372-BCD8AAB85CE6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6" name="Rectangle: Rounded Corners 1925">
                  <a:extLst>
                    <a:ext uri="{FF2B5EF4-FFF2-40B4-BE49-F238E27FC236}">
                      <a16:creationId xmlns:a16="http://schemas.microsoft.com/office/drawing/2014/main" id="{32EA7DBC-2295-0EE6-9B44-46E5B5F0D623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7" name="Rectangle: Rounded Corners 1926">
                  <a:extLst>
                    <a:ext uri="{FF2B5EF4-FFF2-40B4-BE49-F238E27FC236}">
                      <a16:creationId xmlns:a16="http://schemas.microsoft.com/office/drawing/2014/main" id="{FF81C4BD-7B83-065C-EF13-0730D27A1949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19" name="Group 1918">
                <a:extLst>
                  <a:ext uri="{FF2B5EF4-FFF2-40B4-BE49-F238E27FC236}">
                    <a16:creationId xmlns:a16="http://schemas.microsoft.com/office/drawing/2014/main" id="{0C513B82-F721-CEC8-63F6-968E93698262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920" name="Rectangle: Rounded Corners 1919">
                  <a:extLst>
                    <a:ext uri="{FF2B5EF4-FFF2-40B4-BE49-F238E27FC236}">
                      <a16:creationId xmlns:a16="http://schemas.microsoft.com/office/drawing/2014/main" id="{7FE48FC1-7BE0-5419-958F-8AC4D04827B2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1" name="Rectangle: Rounded Corners 1920">
                  <a:extLst>
                    <a:ext uri="{FF2B5EF4-FFF2-40B4-BE49-F238E27FC236}">
                      <a16:creationId xmlns:a16="http://schemas.microsoft.com/office/drawing/2014/main" id="{92EF0542-E5AA-04E2-DE71-0EF6A134B6FF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2" name="Rectangle: Rounded Corners 1921">
                  <a:extLst>
                    <a:ext uri="{FF2B5EF4-FFF2-40B4-BE49-F238E27FC236}">
                      <a16:creationId xmlns:a16="http://schemas.microsoft.com/office/drawing/2014/main" id="{CCE8879B-8984-AFC7-D3D7-9E40197DEBF0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3" name="Rectangle: Rounded Corners 1922">
                  <a:extLst>
                    <a:ext uri="{FF2B5EF4-FFF2-40B4-BE49-F238E27FC236}">
                      <a16:creationId xmlns:a16="http://schemas.microsoft.com/office/drawing/2014/main" id="{119325C6-8723-E157-3E77-38ED8A064BDE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928" name="Group 1927">
            <a:extLst>
              <a:ext uri="{FF2B5EF4-FFF2-40B4-BE49-F238E27FC236}">
                <a16:creationId xmlns:a16="http://schemas.microsoft.com/office/drawing/2014/main" id="{04CB4474-7279-6F12-E7D1-16ADE040421C}"/>
              </a:ext>
            </a:extLst>
          </p:cNvPr>
          <p:cNvGrpSpPr>
            <a:grpSpLocks noChangeAspect="1"/>
          </p:cNvGrpSpPr>
          <p:nvPr/>
        </p:nvGrpSpPr>
        <p:grpSpPr>
          <a:xfrm>
            <a:off x="9530853" y="2562167"/>
            <a:ext cx="411851" cy="351150"/>
            <a:chOff x="3251348" y="1795096"/>
            <a:chExt cx="3827633" cy="3263516"/>
          </a:xfrm>
        </p:grpSpPr>
        <p:sp>
          <p:nvSpPr>
            <p:cNvPr id="1929" name="Rectangle 1928">
              <a:extLst>
                <a:ext uri="{FF2B5EF4-FFF2-40B4-BE49-F238E27FC236}">
                  <a16:creationId xmlns:a16="http://schemas.microsoft.com/office/drawing/2014/main" id="{CA225A21-B9F4-5227-8B18-8FA3CD718C4B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30" name="Group 1929">
              <a:extLst>
                <a:ext uri="{FF2B5EF4-FFF2-40B4-BE49-F238E27FC236}">
                  <a16:creationId xmlns:a16="http://schemas.microsoft.com/office/drawing/2014/main" id="{F2BD1B10-5AC7-3306-6FBE-3FC3389448E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7B02B5F0-72A9-BD5D-AC9C-9025E939CDFF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DD0BCE6-FA9F-F636-4724-3C84B62FC56B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933" name="Rectangle: Rounded Corners 1932">
                <a:extLst>
                  <a:ext uri="{FF2B5EF4-FFF2-40B4-BE49-F238E27FC236}">
                    <a16:creationId xmlns:a16="http://schemas.microsoft.com/office/drawing/2014/main" id="{8BE30A06-DFAF-FD39-8C21-4FAA3557FC61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4" name="Rectangle: Rounded Corners 1933">
                <a:extLst>
                  <a:ext uri="{FF2B5EF4-FFF2-40B4-BE49-F238E27FC236}">
                    <a16:creationId xmlns:a16="http://schemas.microsoft.com/office/drawing/2014/main" id="{F8EEC2DD-7F67-A06B-A8B2-C17963DADEC2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5" name="Rectangle: Rounded Corners 1934">
                <a:extLst>
                  <a:ext uri="{FF2B5EF4-FFF2-40B4-BE49-F238E27FC236}">
                    <a16:creationId xmlns:a16="http://schemas.microsoft.com/office/drawing/2014/main" id="{A8F28ACC-5C06-7B51-2D72-D077E61A038B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6" name="Rectangle: Rounded Corners 1935">
                <a:extLst>
                  <a:ext uri="{FF2B5EF4-FFF2-40B4-BE49-F238E27FC236}">
                    <a16:creationId xmlns:a16="http://schemas.microsoft.com/office/drawing/2014/main" id="{A17894C4-2E02-1113-38E9-4E9FDF6EC4AF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7" name="Rectangle: Rounded Corners 1936">
                <a:extLst>
                  <a:ext uri="{FF2B5EF4-FFF2-40B4-BE49-F238E27FC236}">
                    <a16:creationId xmlns:a16="http://schemas.microsoft.com/office/drawing/2014/main" id="{C1E5FBAE-AF7B-E59C-21F4-5E690173C7F2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8" name="Rectangle: Rounded Corners 1937">
                <a:extLst>
                  <a:ext uri="{FF2B5EF4-FFF2-40B4-BE49-F238E27FC236}">
                    <a16:creationId xmlns:a16="http://schemas.microsoft.com/office/drawing/2014/main" id="{0EDB6360-719B-80DE-2855-E8BD8E84F78E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9" name="Rectangle: Rounded Corners 1938">
                <a:extLst>
                  <a:ext uri="{FF2B5EF4-FFF2-40B4-BE49-F238E27FC236}">
                    <a16:creationId xmlns:a16="http://schemas.microsoft.com/office/drawing/2014/main" id="{55787645-7F43-2679-AE0D-5EB0A1D6A2EB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0" name="Rectangle: Rounded Corners 1939">
                <a:extLst>
                  <a:ext uri="{FF2B5EF4-FFF2-40B4-BE49-F238E27FC236}">
                    <a16:creationId xmlns:a16="http://schemas.microsoft.com/office/drawing/2014/main" id="{98F1DA3F-8B99-A4AF-6531-FD552606D024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41" name="Group 1940">
                <a:extLst>
                  <a:ext uri="{FF2B5EF4-FFF2-40B4-BE49-F238E27FC236}">
                    <a16:creationId xmlns:a16="http://schemas.microsoft.com/office/drawing/2014/main" id="{015032ED-DECF-85DD-6C5A-8FC0374386B9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947" name="Rectangle: Rounded Corners 1946">
                  <a:extLst>
                    <a:ext uri="{FF2B5EF4-FFF2-40B4-BE49-F238E27FC236}">
                      <a16:creationId xmlns:a16="http://schemas.microsoft.com/office/drawing/2014/main" id="{633E7EAA-26CA-EAA3-0D3E-0AA196947EC4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48" name="Rectangle: Rounded Corners 1947">
                  <a:extLst>
                    <a:ext uri="{FF2B5EF4-FFF2-40B4-BE49-F238E27FC236}">
                      <a16:creationId xmlns:a16="http://schemas.microsoft.com/office/drawing/2014/main" id="{D3B59282-EAB5-BEEE-E993-A6FF524C8932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49" name="Rectangle: Rounded Corners 1948">
                  <a:extLst>
                    <a:ext uri="{FF2B5EF4-FFF2-40B4-BE49-F238E27FC236}">
                      <a16:creationId xmlns:a16="http://schemas.microsoft.com/office/drawing/2014/main" id="{59EA6C5F-5DC9-66D1-AFA6-562775ABFB36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0" name="Rectangle: Rounded Corners 1949">
                  <a:extLst>
                    <a:ext uri="{FF2B5EF4-FFF2-40B4-BE49-F238E27FC236}">
                      <a16:creationId xmlns:a16="http://schemas.microsoft.com/office/drawing/2014/main" id="{7BFA694E-8DFC-7697-C2D3-9F084792AC58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42" name="Group 1941">
                <a:extLst>
                  <a:ext uri="{FF2B5EF4-FFF2-40B4-BE49-F238E27FC236}">
                    <a16:creationId xmlns:a16="http://schemas.microsoft.com/office/drawing/2014/main" id="{1A042771-72A6-0E47-A231-20C6C23A4761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943" name="Rectangle: Rounded Corners 1942">
                  <a:extLst>
                    <a:ext uri="{FF2B5EF4-FFF2-40B4-BE49-F238E27FC236}">
                      <a16:creationId xmlns:a16="http://schemas.microsoft.com/office/drawing/2014/main" id="{3C92DA72-0D34-87FA-178E-6C6525A8F321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44" name="Rectangle: Rounded Corners 1943">
                  <a:extLst>
                    <a:ext uri="{FF2B5EF4-FFF2-40B4-BE49-F238E27FC236}">
                      <a16:creationId xmlns:a16="http://schemas.microsoft.com/office/drawing/2014/main" id="{4DF995B0-C9C9-DE6E-CB78-0D9406C55280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45" name="Rectangle: Rounded Corners 1944">
                  <a:extLst>
                    <a:ext uri="{FF2B5EF4-FFF2-40B4-BE49-F238E27FC236}">
                      <a16:creationId xmlns:a16="http://schemas.microsoft.com/office/drawing/2014/main" id="{EF164072-1F9B-9843-D402-555A6442C299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46" name="Rectangle: Rounded Corners 1945">
                  <a:extLst>
                    <a:ext uri="{FF2B5EF4-FFF2-40B4-BE49-F238E27FC236}">
                      <a16:creationId xmlns:a16="http://schemas.microsoft.com/office/drawing/2014/main" id="{B00AA54B-AEFE-A554-61D4-21AF804BC9D5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951" name="Group 1950">
            <a:extLst>
              <a:ext uri="{FF2B5EF4-FFF2-40B4-BE49-F238E27FC236}">
                <a16:creationId xmlns:a16="http://schemas.microsoft.com/office/drawing/2014/main" id="{7CCC3E20-EE53-1254-B271-5762FA7CE4F8}"/>
              </a:ext>
            </a:extLst>
          </p:cNvPr>
          <p:cNvGrpSpPr>
            <a:grpSpLocks noChangeAspect="1"/>
          </p:cNvGrpSpPr>
          <p:nvPr/>
        </p:nvGrpSpPr>
        <p:grpSpPr>
          <a:xfrm>
            <a:off x="9530853" y="806881"/>
            <a:ext cx="411851" cy="351150"/>
            <a:chOff x="3251348" y="1795096"/>
            <a:chExt cx="3827633" cy="3263516"/>
          </a:xfrm>
        </p:grpSpPr>
        <p:sp>
          <p:nvSpPr>
            <p:cNvPr id="1952" name="Rectangle 1951">
              <a:extLst>
                <a:ext uri="{FF2B5EF4-FFF2-40B4-BE49-F238E27FC236}">
                  <a16:creationId xmlns:a16="http://schemas.microsoft.com/office/drawing/2014/main" id="{955F0E27-6E80-BC81-9542-A7B26D92509C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53" name="Group 1952">
              <a:extLst>
                <a:ext uri="{FF2B5EF4-FFF2-40B4-BE49-F238E27FC236}">
                  <a16:creationId xmlns:a16="http://schemas.microsoft.com/office/drawing/2014/main" id="{F03551D9-EF37-253B-334C-4B9DC4DDC6C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BDD464E2-AFBB-52EA-33B3-030A5CF1CB20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55ACAA0B-92A0-606D-86FB-9511F2D103D1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956" name="Rectangle: Rounded Corners 1955">
                <a:extLst>
                  <a:ext uri="{FF2B5EF4-FFF2-40B4-BE49-F238E27FC236}">
                    <a16:creationId xmlns:a16="http://schemas.microsoft.com/office/drawing/2014/main" id="{A676D0A5-535F-E3FB-1D19-0F66704B4D92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7" name="Rectangle: Rounded Corners 1956">
                <a:extLst>
                  <a:ext uri="{FF2B5EF4-FFF2-40B4-BE49-F238E27FC236}">
                    <a16:creationId xmlns:a16="http://schemas.microsoft.com/office/drawing/2014/main" id="{2F141C0B-6C33-25C3-49BE-0A769DED2880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8" name="Rectangle: Rounded Corners 1957">
                <a:extLst>
                  <a:ext uri="{FF2B5EF4-FFF2-40B4-BE49-F238E27FC236}">
                    <a16:creationId xmlns:a16="http://schemas.microsoft.com/office/drawing/2014/main" id="{EE015DC0-1F43-FD7C-9972-99590BC533E3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9" name="Rectangle: Rounded Corners 1958">
                <a:extLst>
                  <a:ext uri="{FF2B5EF4-FFF2-40B4-BE49-F238E27FC236}">
                    <a16:creationId xmlns:a16="http://schemas.microsoft.com/office/drawing/2014/main" id="{63C6CD1A-8D30-461C-690D-4C376ECFF390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0" name="Rectangle: Rounded Corners 1959">
                <a:extLst>
                  <a:ext uri="{FF2B5EF4-FFF2-40B4-BE49-F238E27FC236}">
                    <a16:creationId xmlns:a16="http://schemas.microsoft.com/office/drawing/2014/main" id="{0370278E-6E3B-A8D0-EBFA-02C94F28A8E3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1" name="Rectangle: Rounded Corners 1960">
                <a:extLst>
                  <a:ext uri="{FF2B5EF4-FFF2-40B4-BE49-F238E27FC236}">
                    <a16:creationId xmlns:a16="http://schemas.microsoft.com/office/drawing/2014/main" id="{216D88A9-648E-360D-18C6-C73AA1026C50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2" name="Rectangle: Rounded Corners 1961">
                <a:extLst>
                  <a:ext uri="{FF2B5EF4-FFF2-40B4-BE49-F238E27FC236}">
                    <a16:creationId xmlns:a16="http://schemas.microsoft.com/office/drawing/2014/main" id="{1B4B41A2-16FC-6FD9-6A90-D08EABB31F29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3" name="Rectangle: Rounded Corners 1962">
                <a:extLst>
                  <a:ext uri="{FF2B5EF4-FFF2-40B4-BE49-F238E27FC236}">
                    <a16:creationId xmlns:a16="http://schemas.microsoft.com/office/drawing/2014/main" id="{CD98D605-436B-3109-B2D0-6AA7E546CBB2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64" name="Group 1963">
                <a:extLst>
                  <a:ext uri="{FF2B5EF4-FFF2-40B4-BE49-F238E27FC236}">
                    <a16:creationId xmlns:a16="http://schemas.microsoft.com/office/drawing/2014/main" id="{3F11EC52-9F6E-16EE-6D67-D616FE4A3811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970" name="Rectangle: Rounded Corners 1969">
                  <a:extLst>
                    <a:ext uri="{FF2B5EF4-FFF2-40B4-BE49-F238E27FC236}">
                      <a16:creationId xmlns:a16="http://schemas.microsoft.com/office/drawing/2014/main" id="{0FF5E39D-4444-E3D3-5662-187CC5412135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1" name="Rectangle: Rounded Corners 1970">
                  <a:extLst>
                    <a:ext uri="{FF2B5EF4-FFF2-40B4-BE49-F238E27FC236}">
                      <a16:creationId xmlns:a16="http://schemas.microsoft.com/office/drawing/2014/main" id="{9A1BDA4C-E673-59D5-C549-90C9957318E7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2" name="Rectangle: Rounded Corners 1971">
                  <a:extLst>
                    <a:ext uri="{FF2B5EF4-FFF2-40B4-BE49-F238E27FC236}">
                      <a16:creationId xmlns:a16="http://schemas.microsoft.com/office/drawing/2014/main" id="{6ABC6A8C-D673-E0A2-F259-D30EC5302EA2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3" name="Rectangle: Rounded Corners 1972">
                  <a:extLst>
                    <a:ext uri="{FF2B5EF4-FFF2-40B4-BE49-F238E27FC236}">
                      <a16:creationId xmlns:a16="http://schemas.microsoft.com/office/drawing/2014/main" id="{6FB4CE4E-CF41-C02C-8483-5AA60F9355F7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65" name="Group 1964">
                <a:extLst>
                  <a:ext uri="{FF2B5EF4-FFF2-40B4-BE49-F238E27FC236}">
                    <a16:creationId xmlns:a16="http://schemas.microsoft.com/office/drawing/2014/main" id="{FC69FB46-F826-A81F-2C43-593E1BF1B223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966" name="Rectangle: Rounded Corners 1965">
                  <a:extLst>
                    <a:ext uri="{FF2B5EF4-FFF2-40B4-BE49-F238E27FC236}">
                      <a16:creationId xmlns:a16="http://schemas.microsoft.com/office/drawing/2014/main" id="{B13DD385-6F18-02E5-0DD1-273C9CFC72D6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7" name="Rectangle: Rounded Corners 1966">
                  <a:extLst>
                    <a:ext uri="{FF2B5EF4-FFF2-40B4-BE49-F238E27FC236}">
                      <a16:creationId xmlns:a16="http://schemas.microsoft.com/office/drawing/2014/main" id="{5B4761C9-8DA6-A0CA-2593-C17930477509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8" name="Rectangle: Rounded Corners 1967">
                  <a:extLst>
                    <a:ext uri="{FF2B5EF4-FFF2-40B4-BE49-F238E27FC236}">
                      <a16:creationId xmlns:a16="http://schemas.microsoft.com/office/drawing/2014/main" id="{2B9503A8-A27C-7A01-86CA-CC382CB1224A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9" name="Rectangle: Rounded Corners 1968">
                  <a:extLst>
                    <a:ext uri="{FF2B5EF4-FFF2-40B4-BE49-F238E27FC236}">
                      <a16:creationId xmlns:a16="http://schemas.microsoft.com/office/drawing/2014/main" id="{3EA80B30-566B-740C-9697-536DC7E8FEC4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1974" name="Rectangle: Rounded Corners 1973">
            <a:extLst>
              <a:ext uri="{FF2B5EF4-FFF2-40B4-BE49-F238E27FC236}">
                <a16:creationId xmlns:a16="http://schemas.microsoft.com/office/drawing/2014/main" id="{A72B534D-250F-9F50-EB7E-0A95E58F90FF}"/>
              </a:ext>
            </a:extLst>
          </p:cNvPr>
          <p:cNvSpPr/>
          <p:nvPr/>
        </p:nvSpPr>
        <p:spPr>
          <a:xfrm>
            <a:off x="9435860" y="736167"/>
            <a:ext cx="601448" cy="5739938"/>
          </a:xfrm>
          <a:prstGeom prst="round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5" name="TextBox 1974">
            <a:extLst>
              <a:ext uri="{FF2B5EF4-FFF2-40B4-BE49-F238E27FC236}">
                <a16:creationId xmlns:a16="http://schemas.microsoft.com/office/drawing/2014/main" id="{AA6AA13A-0F0F-B7CF-1E25-337E2C503FAC}"/>
              </a:ext>
            </a:extLst>
          </p:cNvPr>
          <p:cNvSpPr txBox="1"/>
          <p:nvPr/>
        </p:nvSpPr>
        <p:spPr>
          <a:xfrm rot="16200000">
            <a:off x="5822320" y="688282"/>
            <a:ext cx="5437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Server</a:t>
            </a:r>
          </a:p>
        </p:txBody>
      </p:sp>
      <p:sp>
        <p:nvSpPr>
          <p:cNvPr id="1976" name="TextBox 1975">
            <a:extLst>
              <a:ext uri="{FF2B5EF4-FFF2-40B4-BE49-F238E27FC236}">
                <a16:creationId xmlns:a16="http://schemas.microsoft.com/office/drawing/2014/main" id="{2122345F-85B6-B45C-7322-E5FA49A7ED68}"/>
              </a:ext>
            </a:extLst>
          </p:cNvPr>
          <p:cNvSpPr txBox="1"/>
          <p:nvPr/>
        </p:nvSpPr>
        <p:spPr>
          <a:xfrm rot="16200000">
            <a:off x="5809707" y="2417641"/>
            <a:ext cx="5437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Server</a:t>
            </a:r>
          </a:p>
        </p:txBody>
      </p:sp>
      <p:sp>
        <p:nvSpPr>
          <p:cNvPr id="1977" name="TextBox 1976">
            <a:extLst>
              <a:ext uri="{FF2B5EF4-FFF2-40B4-BE49-F238E27FC236}">
                <a16:creationId xmlns:a16="http://schemas.microsoft.com/office/drawing/2014/main" id="{2EB155B7-5E1B-343E-891E-3E51FCE17CC9}"/>
              </a:ext>
            </a:extLst>
          </p:cNvPr>
          <p:cNvSpPr txBox="1"/>
          <p:nvPr/>
        </p:nvSpPr>
        <p:spPr>
          <a:xfrm rot="16200000">
            <a:off x="5825821" y="4203791"/>
            <a:ext cx="5437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Server</a:t>
            </a:r>
          </a:p>
        </p:txBody>
      </p:sp>
      <p:sp>
        <p:nvSpPr>
          <p:cNvPr id="1978" name="TextBox 1977">
            <a:extLst>
              <a:ext uri="{FF2B5EF4-FFF2-40B4-BE49-F238E27FC236}">
                <a16:creationId xmlns:a16="http://schemas.microsoft.com/office/drawing/2014/main" id="{725193A9-0B99-F164-C9BC-F01FB1819E82}"/>
              </a:ext>
            </a:extLst>
          </p:cNvPr>
          <p:cNvSpPr txBox="1"/>
          <p:nvPr/>
        </p:nvSpPr>
        <p:spPr>
          <a:xfrm rot="16200000">
            <a:off x="5822320" y="5956156"/>
            <a:ext cx="5437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Server</a:t>
            </a:r>
          </a:p>
        </p:txBody>
      </p:sp>
      <p:grpSp>
        <p:nvGrpSpPr>
          <p:cNvPr id="1979" name="Group 1978">
            <a:extLst>
              <a:ext uri="{FF2B5EF4-FFF2-40B4-BE49-F238E27FC236}">
                <a16:creationId xmlns:a16="http://schemas.microsoft.com/office/drawing/2014/main" id="{C413B23D-A96B-B1CA-0798-6F2CE4F3B94B}"/>
              </a:ext>
            </a:extLst>
          </p:cNvPr>
          <p:cNvGrpSpPr/>
          <p:nvPr/>
        </p:nvGrpSpPr>
        <p:grpSpPr>
          <a:xfrm>
            <a:off x="7486650" y="1152525"/>
            <a:ext cx="3769256" cy="1385888"/>
            <a:chOff x="7486650" y="1152525"/>
            <a:chExt cx="3769256" cy="1385888"/>
          </a:xfrm>
        </p:grpSpPr>
        <p:sp>
          <p:nvSpPr>
            <p:cNvPr id="1980" name="Freeform: Shape 1979">
              <a:extLst>
                <a:ext uri="{FF2B5EF4-FFF2-40B4-BE49-F238E27FC236}">
                  <a16:creationId xmlns:a16="http://schemas.microsoft.com/office/drawing/2014/main" id="{7335C4D3-6DC7-9DC1-3A23-F43FF84616A8}"/>
                </a:ext>
              </a:extLst>
            </p:cNvPr>
            <p:cNvSpPr/>
            <p:nvPr/>
          </p:nvSpPr>
          <p:spPr>
            <a:xfrm>
              <a:off x="7486650" y="1152525"/>
              <a:ext cx="3480289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1" name="Freeform: Shape 1980">
              <a:extLst>
                <a:ext uri="{FF2B5EF4-FFF2-40B4-BE49-F238E27FC236}">
                  <a16:creationId xmlns:a16="http://schemas.microsoft.com/office/drawing/2014/main" id="{4BAEF01B-2442-3E57-468E-B079CB32C6FF}"/>
                </a:ext>
              </a:extLst>
            </p:cNvPr>
            <p:cNvSpPr/>
            <p:nvPr/>
          </p:nvSpPr>
          <p:spPr>
            <a:xfrm>
              <a:off x="8285185" y="1152525"/>
              <a:ext cx="2776747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2" name="Freeform: Shape 1981">
              <a:extLst>
                <a:ext uri="{FF2B5EF4-FFF2-40B4-BE49-F238E27FC236}">
                  <a16:creationId xmlns:a16="http://schemas.microsoft.com/office/drawing/2014/main" id="{E01ABB39-22EC-DB3C-F5FF-05FF63DF0767}"/>
                </a:ext>
              </a:extLst>
            </p:cNvPr>
            <p:cNvSpPr/>
            <p:nvPr/>
          </p:nvSpPr>
          <p:spPr>
            <a:xfrm>
              <a:off x="9014013" y="1152525"/>
              <a:ext cx="2134657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3" name="Freeform: Shape 1982">
              <a:extLst>
                <a:ext uri="{FF2B5EF4-FFF2-40B4-BE49-F238E27FC236}">
                  <a16:creationId xmlns:a16="http://schemas.microsoft.com/office/drawing/2014/main" id="{979F0FB7-1A79-8370-B906-224005026EFD}"/>
                </a:ext>
              </a:extLst>
            </p:cNvPr>
            <p:cNvSpPr/>
            <p:nvPr/>
          </p:nvSpPr>
          <p:spPr>
            <a:xfrm>
              <a:off x="9731084" y="1152525"/>
              <a:ext cx="1524822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84" name="Group 1983">
            <a:extLst>
              <a:ext uri="{FF2B5EF4-FFF2-40B4-BE49-F238E27FC236}">
                <a16:creationId xmlns:a16="http://schemas.microsoft.com/office/drawing/2014/main" id="{D16A7D17-2A58-A739-4F44-2B5503A6B186}"/>
              </a:ext>
            </a:extLst>
          </p:cNvPr>
          <p:cNvGrpSpPr/>
          <p:nvPr/>
        </p:nvGrpSpPr>
        <p:grpSpPr>
          <a:xfrm>
            <a:off x="7484263" y="2913192"/>
            <a:ext cx="3769256" cy="1385888"/>
            <a:chOff x="7486650" y="1152525"/>
            <a:chExt cx="3769256" cy="1385888"/>
          </a:xfrm>
        </p:grpSpPr>
        <p:sp>
          <p:nvSpPr>
            <p:cNvPr id="1985" name="Freeform: Shape 1984">
              <a:extLst>
                <a:ext uri="{FF2B5EF4-FFF2-40B4-BE49-F238E27FC236}">
                  <a16:creationId xmlns:a16="http://schemas.microsoft.com/office/drawing/2014/main" id="{40560BD0-3F84-60D4-4CD4-2FD4F9A70875}"/>
                </a:ext>
              </a:extLst>
            </p:cNvPr>
            <p:cNvSpPr/>
            <p:nvPr/>
          </p:nvSpPr>
          <p:spPr>
            <a:xfrm>
              <a:off x="7486650" y="1152525"/>
              <a:ext cx="3480289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6" name="Freeform: Shape 1985">
              <a:extLst>
                <a:ext uri="{FF2B5EF4-FFF2-40B4-BE49-F238E27FC236}">
                  <a16:creationId xmlns:a16="http://schemas.microsoft.com/office/drawing/2014/main" id="{88F42601-6027-A5DB-5849-E388BACF8E17}"/>
                </a:ext>
              </a:extLst>
            </p:cNvPr>
            <p:cNvSpPr/>
            <p:nvPr/>
          </p:nvSpPr>
          <p:spPr>
            <a:xfrm>
              <a:off x="8285185" y="1152525"/>
              <a:ext cx="2776747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7" name="Freeform: Shape 1986">
              <a:extLst>
                <a:ext uri="{FF2B5EF4-FFF2-40B4-BE49-F238E27FC236}">
                  <a16:creationId xmlns:a16="http://schemas.microsoft.com/office/drawing/2014/main" id="{4A49F955-648D-C48D-4DED-9555B938104D}"/>
                </a:ext>
              </a:extLst>
            </p:cNvPr>
            <p:cNvSpPr/>
            <p:nvPr/>
          </p:nvSpPr>
          <p:spPr>
            <a:xfrm>
              <a:off x="9014013" y="1152525"/>
              <a:ext cx="2134657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8" name="Freeform: Shape 1987">
              <a:extLst>
                <a:ext uri="{FF2B5EF4-FFF2-40B4-BE49-F238E27FC236}">
                  <a16:creationId xmlns:a16="http://schemas.microsoft.com/office/drawing/2014/main" id="{B7C879D1-3C96-F5C0-1765-560ECE74641D}"/>
                </a:ext>
              </a:extLst>
            </p:cNvPr>
            <p:cNvSpPr/>
            <p:nvPr/>
          </p:nvSpPr>
          <p:spPr>
            <a:xfrm>
              <a:off x="9731084" y="1152525"/>
              <a:ext cx="1524822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89" name="Group 1988">
            <a:extLst>
              <a:ext uri="{FF2B5EF4-FFF2-40B4-BE49-F238E27FC236}">
                <a16:creationId xmlns:a16="http://schemas.microsoft.com/office/drawing/2014/main" id="{CF8C927A-5247-8ADC-C084-27FC4E2281CE}"/>
              </a:ext>
            </a:extLst>
          </p:cNvPr>
          <p:cNvGrpSpPr/>
          <p:nvPr/>
        </p:nvGrpSpPr>
        <p:grpSpPr>
          <a:xfrm>
            <a:off x="7484263" y="4675854"/>
            <a:ext cx="3769256" cy="1385888"/>
            <a:chOff x="7486650" y="1152525"/>
            <a:chExt cx="3769256" cy="1385888"/>
          </a:xfrm>
        </p:grpSpPr>
        <p:sp>
          <p:nvSpPr>
            <p:cNvPr id="1990" name="Freeform: Shape 1989">
              <a:extLst>
                <a:ext uri="{FF2B5EF4-FFF2-40B4-BE49-F238E27FC236}">
                  <a16:creationId xmlns:a16="http://schemas.microsoft.com/office/drawing/2014/main" id="{5BE58824-BEFF-CBAB-DE9E-EF7ACB199BFD}"/>
                </a:ext>
              </a:extLst>
            </p:cNvPr>
            <p:cNvSpPr/>
            <p:nvPr/>
          </p:nvSpPr>
          <p:spPr>
            <a:xfrm>
              <a:off x="7486650" y="1152525"/>
              <a:ext cx="3480289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1" name="Freeform: Shape 1990">
              <a:extLst>
                <a:ext uri="{FF2B5EF4-FFF2-40B4-BE49-F238E27FC236}">
                  <a16:creationId xmlns:a16="http://schemas.microsoft.com/office/drawing/2014/main" id="{55535597-8962-056B-8022-F591B780434E}"/>
                </a:ext>
              </a:extLst>
            </p:cNvPr>
            <p:cNvSpPr/>
            <p:nvPr/>
          </p:nvSpPr>
          <p:spPr>
            <a:xfrm>
              <a:off x="8285185" y="1152525"/>
              <a:ext cx="2776747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2" name="Freeform: Shape 1991">
              <a:extLst>
                <a:ext uri="{FF2B5EF4-FFF2-40B4-BE49-F238E27FC236}">
                  <a16:creationId xmlns:a16="http://schemas.microsoft.com/office/drawing/2014/main" id="{31454C9E-4111-9C73-894E-DF41E270CBA6}"/>
                </a:ext>
              </a:extLst>
            </p:cNvPr>
            <p:cNvSpPr/>
            <p:nvPr/>
          </p:nvSpPr>
          <p:spPr>
            <a:xfrm>
              <a:off x="9014013" y="1152525"/>
              <a:ext cx="2134657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3" name="Freeform: Shape 1992">
              <a:extLst>
                <a:ext uri="{FF2B5EF4-FFF2-40B4-BE49-F238E27FC236}">
                  <a16:creationId xmlns:a16="http://schemas.microsoft.com/office/drawing/2014/main" id="{35814FF0-7918-0E4B-A51A-62F66C8B6B3D}"/>
                </a:ext>
              </a:extLst>
            </p:cNvPr>
            <p:cNvSpPr/>
            <p:nvPr/>
          </p:nvSpPr>
          <p:spPr>
            <a:xfrm>
              <a:off x="9731084" y="1152525"/>
              <a:ext cx="1524822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94" name="Rectangle: Rounded Corners 1993">
            <a:extLst>
              <a:ext uri="{FF2B5EF4-FFF2-40B4-BE49-F238E27FC236}">
                <a16:creationId xmlns:a16="http://schemas.microsoft.com/office/drawing/2014/main" id="{8747A296-81B5-6CDF-A5E7-7BE56539F49A}"/>
              </a:ext>
            </a:extLst>
          </p:cNvPr>
          <p:cNvSpPr/>
          <p:nvPr/>
        </p:nvSpPr>
        <p:spPr>
          <a:xfrm rot="16200000">
            <a:off x="8448092" y="3400776"/>
            <a:ext cx="5325362" cy="48031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78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70C0"/>
                </a:solidFill>
              </a:rPr>
              <a:t>Ethernet </a:t>
            </a:r>
          </a:p>
        </p:txBody>
      </p:sp>
      <p:sp>
        <p:nvSpPr>
          <p:cNvPr id="1995" name="TextBox 1994">
            <a:extLst>
              <a:ext uri="{FF2B5EF4-FFF2-40B4-BE49-F238E27FC236}">
                <a16:creationId xmlns:a16="http://schemas.microsoft.com/office/drawing/2014/main" id="{433D61A3-4DBF-E592-AF8B-BAE7AC87A318}"/>
              </a:ext>
            </a:extLst>
          </p:cNvPr>
          <p:cNvSpPr txBox="1"/>
          <p:nvPr/>
        </p:nvSpPr>
        <p:spPr>
          <a:xfrm>
            <a:off x="10831690" y="728890"/>
            <a:ext cx="5581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Switch</a:t>
            </a:r>
          </a:p>
        </p:txBody>
      </p:sp>
      <p:grpSp>
        <p:nvGrpSpPr>
          <p:cNvPr id="1996" name="Group 1995">
            <a:extLst>
              <a:ext uri="{FF2B5EF4-FFF2-40B4-BE49-F238E27FC236}">
                <a16:creationId xmlns:a16="http://schemas.microsoft.com/office/drawing/2014/main" id="{DEBAD012-8D8D-957F-915B-3F08B9F0F483}"/>
              </a:ext>
            </a:extLst>
          </p:cNvPr>
          <p:cNvGrpSpPr/>
          <p:nvPr/>
        </p:nvGrpSpPr>
        <p:grpSpPr>
          <a:xfrm>
            <a:off x="6209812" y="659279"/>
            <a:ext cx="894797" cy="572294"/>
            <a:chOff x="3617019" y="3013602"/>
            <a:chExt cx="894797" cy="572294"/>
          </a:xfrm>
        </p:grpSpPr>
        <p:pic>
          <p:nvPicPr>
            <p:cNvPr id="1997" name="Picture 1996">
              <a:extLst>
                <a:ext uri="{FF2B5EF4-FFF2-40B4-BE49-F238E27FC236}">
                  <a16:creationId xmlns:a16="http://schemas.microsoft.com/office/drawing/2014/main" id="{023C2DF5-CD3C-924E-61BE-2FB6FCA9D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79291" y="3071002"/>
              <a:ext cx="757950" cy="514894"/>
            </a:xfrm>
            <a:prstGeom prst="rect">
              <a:avLst/>
            </a:prstGeom>
          </p:spPr>
        </p:pic>
        <p:sp>
          <p:nvSpPr>
            <p:cNvPr id="1998" name="TextBox 1997">
              <a:extLst>
                <a:ext uri="{FF2B5EF4-FFF2-40B4-BE49-F238E27FC236}">
                  <a16:creationId xmlns:a16="http://schemas.microsoft.com/office/drawing/2014/main" id="{4983BE49-D9B4-3157-8973-89B693C5728E}"/>
                </a:ext>
              </a:extLst>
            </p:cNvPr>
            <p:cNvSpPr txBox="1"/>
            <p:nvPr/>
          </p:nvSpPr>
          <p:spPr>
            <a:xfrm>
              <a:off x="3617019" y="3013602"/>
              <a:ext cx="89479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rgbClr val="00B050"/>
                  </a:solidFill>
                </a:rPr>
                <a:t>Infiniband NDR</a:t>
              </a:r>
            </a:p>
          </p:txBody>
        </p:sp>
      </p:grpSp>
      <p:grpSp>
        <p:nvGrpSpPr>
          <p:cNvPr id="1999" name="Group 1998">
            <a:extLst>
              <a:ext uri="{FF2B5EF4-FFF2-40B4-BE49-F238E27FC236}">
                <a16:creationId xmlns:a16="http://schemas.microsoft.com/office/drawing/2014/main" id="{F998EEA5-BDC0-B5E4-30EB-C9D18AA0934B}"/>
              </a:ext>
            </a:extLst>
          </p:cNvPr>
          <p:cNvGrpSpPr/>
          <p:nvPr/>
        </p:nvGrpSpPr>
        <p:grpSpPr>
          <a:xfrm>
            <a:off x="6207505" y="2419556"/>
            <a:ext cx="894797" cy="572294"/>
            <a:chOff x="3617019" y="3013602"/>
            <a:chExt cx="894797" cy="572294"/>
          </a:xfrm>
        </p:grpSpPr>
        <p:pic>
          <p:nvPicPr>
            <p:cNvPr id="2000" name="Picture 1999">
              <a:extLst>
                <a:ext uri="{FF2B5EF4-FFF2-40B4-BE49-F238E27FC236}">
                  <a16:creationId xmlns:a16="http://schemas.microsoft.com/office/drawing/2014/main" id="{41A1340E-2642-0959-0620-6DA8D0A69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79291" y="3071002"/>
              <a:ext cx="757950" cy="514894"/>
            </a:xfrm>
            <a:prstGeom prst="rect">
              <a:avLst/>
            </a:prstGeom>
          </p:spPr>
        </p:pic>
        <p:sp>
          <p:nvSpPr>
            <p:cNvPr id="2001" name="TextBox 2000">
              <a:extLst>
                <a:ext uri="{FF2B5EF4-FFF2-40B4-BE49-F238E27FC236}">
                  <a16:creationId xmlns:a16="http://schemas.microsoft.com/office/drawing/2014/main" id="{23197A76-596F-442A-FB72-A35EB6F9189A}"/>
                </a:ext>
              </a:extLst>
            </p:cNvPr>
            <p:cNvSpPr txBox="1"/>
            <p:nvPr/>
          </p:nvSpPr>
          <p:spPr>
            <a:xfrm>
              <a:off x="3617019" y="3013602"/>
              <a:ext cx="89479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rgbClr val="00B050"/>
                  </a:solidFill>
                </a:rPr>
                <a:t>Infiniband NDR</a:t>
              </a:r>
            </a:p>
          </p:txBody>
        </p:sp>
      </p:grpSp>
      <p:grpSp>
        <p:nvGrpSpPr>
          <p:cNvPr id="2002" name="Group 2001">
            <a:extLst>
              <a:ext uri="{FF2B5EF4-FFF2-40B4-BE49-F238E27FC236}">
                <a16:creationId xmlns:a16="http://schemas.microsoft.com/office/drawing/2014/main" id="{45171A7A-18B0-3E97-051A-C3ED12695584}"/>
              </a:ext>
            </a:extLst>
          </p:cNvPr>
          <p:cNvGrpSpPr/>
          <p:nvPr/>
        </p:nvGrpSpPr>
        <p:grpSpPr>
          <a:xfrm>
            <a:off x="6263650" y="4186742"/>
            <a:ext cx="894797" cy="572294"/>
            <a:chOff x="3617019" y="3013602"/>
            <a:chExt cx="894797" cy="572294"/>
          </a:xfrm>
        </p:grpSpPr>
        <p:pic>
          <p:nvPicPr>
            <p:cNvPr id="2003" name="Picture 2002">
              <a:extLst>
                <a:ext uri="{FF2B5EF4-FFF2-40B4-BE49-F238E27FC236}">
                  <a16:creationId xmlns:a16="http://schemas.microsoft.com/office/drawing/2014/main" id="{0851B486-179E-F556-B87F-4898AF007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79291" y="3071002"/>
              <a:ext cx="757950" cy="514894"/>
            </a:xfrm>
            <a:prstGeom prst="rect">
              <a:avLst/>
            </a:prstGeom>
          </p:spPr>
        </p:pic>
        <p:sp>
          <p:nvSpPr>
            <p:cNvPr id="2004" name="TextBox 2003">
              <a:extLst>
                <a:ext uri="{FF2B5EF4-FFF2-40B4-BE49-F238E27FC236}">
                  <a16:creationId xmlns:a16="http://schemas.microsoft.com/office/drawing/2014/main" id="{EA0C5AB9-9C64-D6FB-9CAA-01DCE0BBDAD9}"/>
                </a:ext>
              </a:extLst>
            </p:cNvPr>
            <p:cNvSpPr txBox="1"/>
            <p:nvPr/>
          </p:nvSpPr>
          <p:spPr>
            <a:xfrm>
              <a:off x="3617019" y="3013602"/>
              <a:ext cx="89479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rgbClr val="00B050"/>
                  </a:solidFill>
                </a:rPr>
                <a:t>Infiniband NDR</a:t>
              </a:r>
            </a:p>
          </p:txBody>
        </p:sp>
      </p:grpSp>
      <p:grpSp>
        <p:nvGrpSpPr>
          <p:cNvPr id="2005" name="Group 2004">
            <a:extLst>
              <a:ext uri="{FF2B5EF4-FFF2-40B4-BE49-F238E27FC236}">
                <a16:creationId xmlns:a16="http://schemas.microsoft.com/office/drawing/2014/main" id="{07468D69-C698-BA82-8D57-B10018336349}"/>
              </a:ext>
            </a:extLst>
          </p:cNvPr>
          <p:cNvGrpSpPr/>
          <p:nvPr/>
        </p:nvGrpSpPr>
        <p:grpSpPr>
          <a:xfrm>
            <a:off x="6251389" y="5961542"/>
            <a:ext cx="894797" cy="572294"/>
            <a:chOff x="3617019" y="3013602"/>
            <a:chExt cx="894797" cy="572294"/>
          </a:xfrm>
        </p:grpSpPr>
        <p:pic>
          <p:nvPicPr>
            <p:cNvPr id="2006" name="Picture 2005">
              <a:extLst>
                <a:ext uri="{FF2B5EF4-FFF2-40B4-BE49-F238E27FC236}">
                  <a16:creationId xmlns:a16="http://schemas.microsoft.com/office/drawing/2014/main" id="{F2DE6565-5B0B-AB69-6C35-DC300D11C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79291" y="3071002"/>
              <a:ext cx="757950" cy="514894"/>
            </a:xfrm>
            <a:prstGeom prst="rect">
              <a:avLst/>
            </a:prstGeom>
          </p:spPr>
        </p:pic>
        <p:sp>
          <p:nvSpPr>
            <p:cNvPr id="2007" name="TextBox 2006">
              <a:extLst>
                <a:ext uri="{FF2B5EF4-FFF2-40B4-BE49-F238E27FC236}">
                  <a16:creationId xmlns:a16="http://schemas.microsoft.com/office/drawing/2014/main" id="{8C9D91BB-1B2F-9AE1-3AEC-64CDFB63308E}"/>
                </a:ext>
              </a:extLst>
            </p:cNvPr>
            <p:cNvSpPr txBox="1"/>
            <p:nvPr/>
          </p:nvSpPr>
          <p:spPr>
            <a:xfrm>
              <a:off x="3617019" y="3013602"/>
              <a:ext cx="89479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rgbClr val="00B050"/>
                  </a:solidFill>
                </a:rPr>
                <a:t>Infiniband NDR</a:t>
              </a:r>
            </a:p>
          </p:txBody>
        </p:sp>
      </p:grp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438E885-7AAC-0C7C-C280-DD317B5E7B57}"/>
              </a:ext>
            </a:extLst>
          </p:cNvPr>
          <p:cNvCxnSpPr>
            <a:cxnSpLocks/>
            <a:endCxn id="7" idx="0"/>
          </p:cNvCxnSpPr>
          <p:nvPr/>
        </p:nvCxnSpPr>
        <p:spPr>
          <a:xfrm flipH="1" flipV="1">
            <a:off x="3392711" y="3608234"/>
            <a:ext cx="424516" cy="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6A044A8-AA1D-7D1E-E010-434701A737E8}"/>
              </a:ext>
            </a:extLst>
          </p:cNvPr>
          <p:cNvSpPr txBox="1"/>
          <p:nvPr/>
        </p:nvSpPr>
        <p:spPr>
          <a:xfrm>
            <a:off x="1835127" y="1705859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RTX PRO</a:t>
            </a:r>
          </a:p>
          <a:p>
            <a:pPr algn="ctr"/>
            <a:r>
              <a:rPr lang="en-US" sz="900" dirty="0">
                <a:solidFill>
                  <a:srgbClr val="FF0000"/>
                </a:solidFill>
              </a:rPr>
              <a:t>6000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220345-7222-F23D-0A4F-E56F96663AA2}"/>
              </a:ext>
            </a:extLst>
          </p:cNvPr>
          <p:cNvSpPr txBox="1"/>
          <p:nvPr/>
        </p:nvSpPr>
        <p:spPr>
          <a:xfrm>
            <a:off x="1822480" y="3093566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RTX PRO</a:t>
            </a:r>
          </a:p>
          <a:p>
            <a:pPr algn="ctr"/>
            <a:r>
              <a:rPr lang="en-US" sz="900" dirty="0">
                <a:solidFill>
                  <a:srgbClr val="FF0000"/>
                </a:solidFill>
              </a:rPr>
              <a:t>6000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C902DA-39E5-E889-E888-47AA888E0AFE}"/>
              </a:ext>
            </a:extLst>
          </p:cNvPr>
          <p:cNvSpPr txBox="1"/>
          <p:nvPr/>
        </p:nvSpPr>
        <p:spPr>
          <a:xfrm>
            <a:off x="1828858" y="3786850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RTX PRO</a:t>
            </a:r>
          </a:p>
          <a:p>
            <a:pPr algn="ctr"/>
            <a:r>
              <a:rPr lang="en-US" sz="900" dirty="0">
                <a:solidFill>
                  <a:srgbClr val="FF0000"/>
                </a:solidFill>
              </a:rPr>
              <a:t>6000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FE1BD7-BD1F-42D6-74FD-95929CBDB843}"/>
              </a:ext>
            </a:extLst>
          </p:cNvPr>
          <p:cNvSpPr txBox="1"/>
          <p:nvPr/>
        </p:nvSpPr>
        <p:spPr>
          <a:xfrm>
            <a:off x="1834533" y="5152141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RTX PRO</a:t>
            </a:r>
          </a:p>
          <a:p>
            <a:pPr algn="ctr"/>
            <a:r>
              <a:rPr lang="en-US" sz="900" dirty="0">
                <a:solidFill>
                  <a:srgbClr val="FF0000"/>
                </a:solidFill>
              </a:rPr>
              <a:t>6000</a:t>
            </a:r>
          </a:p>
        </p:txBody>
      </p:sp>
    </p:spTree>
    <p:extLst>
      <p:ext uri="{BB962C8B-B14F-4D97-AF65-F5344CB8AC3E}">
        <p14:creationId xmlns:p14="http://schemas.microsoft.com/office/powerpoint/2010/main" val="449008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5F2E1-3477-810F-A18E-88D52E914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7AFDC29-7CCB-1B3A-F668-042032761F2D}"/>
              </a:ext>
            </a:extLst>
          </p:cNvPr>
          <p:cNvSpPr txBox="1"/>
          <p:nvPr/>
        </p:nvSpPr>
        <p:spPr>
          <a:xfrm>
            <a:off x="1858465" y="992320"/>
            <a:ext cx="51648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>
                <a:solidFill>
                  <a:srgbClr val="FF0000"/>
                </a:solidFill>
              </a:rPr>
              <a:t>Prefill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983C7EA-E963-336B-A1F4-D2A5D73B2B84}"/>
              </a:ext>
            </a:extLst>
          </p:cNvPr>
          <p:cNvSpPr/>
          <p:nvPr/>
        </p:nvSpPr>
        <p:spPr>
          <a:xfrm>
            <a:off x="1787625" y="1242030"/>
            <a:ext cx="669304" cy="4747158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FF677DF-2E81-AA64-83D8-B7B69DAD06B8}"/>
              </a:ext>
            </a:extLst>
          </p:cNvPr>
          <p:cNvGrpSpPr>
            <a:grpSpLocks noChangeAspect="1"/>
          </p:cNvGrpSpPr>
          <p:nvPr/>
        </p:nvGrpSpPr>
        <p:grpSpPr>
          <a:xfrm>
            <a:off x="1916546" y="5515675"/>
            <a:ext cx="411851" cy="351150"/>
            <a:chOff x="3251348" y="1795096"/>
            <a:chExt cx="3827633" cy="326351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75A1142-9D4F-602C-DA09-9E2378A4435D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AE91C8B-DA83-9D4C-1C79-3D629EBA300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0DCB6961-0E84-7688-D356-6F48EC374D0B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055E320D-6114-3508-95CD-1B8D744DEE1D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530" name="Rectangle: Rounded Corners 529">
                <a:extLst>
                  <a:ext uri="{FF2B5EF4-FFF2-40B4-BE49-F238E27FC236}">
                    <a16:creationId xmlns:a16="http://schemas.microsoft.com/office/drawing/2014/main" id="{83C66B25-DD65-EB2C-7785-67ADDABCEC3A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3" name="Rectangle: Rounded Corners 552">
                <a:extLst>
                  <a:ext uri="{FF2B5EF4-FFF2-40B4-BE49-F238E27FC236}">
                    <a16:creationId xmlns:a16="http://schemas.microsoft.com/office/drawing/2014/main" id="{319F71D4-81CC-D53F-B1E5-48BED5DCC1BE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4" name="Rectangle: Rounded Corners 563">
                <a:extLst>
                  <a:ext uri="{FF2B5EF4-FFF2-40B4-BE49-F238E27FC236}">
                    <a16:creationId xmlns:a16="http://schemas.microsoft.com/office/drawing/2014/main" id="{C0F60F3F-C73A-E523-30D7-37DF8AFE0594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3" name="Rectangle: Rounded Corners 572">
                <a:extLst>
                  <a:ext uri="{FF2B5EF4-FFF2-40B4-BE49-F238E27FC236}">
                    <a16:creationId xmlns:a16="http://schemas.microsoft.com/office/drawing/2014/main" id="{DAE98F0F-A9D9-61D6-A644-C36D60775DC8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9D6165BD-4AFA-2B7E-D664-AA869D3592D9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F8329C9C-B1F7-4D23-F6DF-DE607B8010B0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E4576947-57D9-98A1-84C4-751503CE8035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B44F1F9A-C4C2-AA9B-6C76-1A82D415F9D7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E69794B2-EFF8-ED7D-AB98-EED8192528CC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3E3CDCB5-EC40-BDAD-A8A7-521BE2448E78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: Rounded Corners 79">
                  <a:extLst>
                    <a:ext uri="{FF2B5EF4-FFF2-40B4-BE49-F238E27FC236}">
                      <a16:creationId xmlns:a16="http://schemas.microsoft.com/office/drawing/2014/main" id="{DFD5A98F-FAC9-79E0-3C0C-ECEC14BA5240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A1E9D0F4-6322-5425-ED8D-4EE8AA67814F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AC2C307D-A724-2B02-28F1-DB414E543D83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A29B88A1-A8A8-298E-6753-15120B967D34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75" name="Rectangle: Rounded Corners 74">
                  <a:extLst>
                    <a:ext uri="{FF2B5EF4-FFF2-40B4-BE49-F238E27FC236}">
                      <a16:creationId xmlns:a16="http://schemas.microsoft.com/office/drawing/2014/main" id="{415BE10A-391C-93C4-2266-DB1E3BA9AE24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Rectangle: Rounded Corners 75">
                  <a:extLst>
                    <a:ext uri="{FF2B5EF4-FFF2-40B4-BE49-F238E27FC236}">
                      <a16:creationId xmlns:a16="http://schemas.microsoft.com/office/drawing/2014/main" id="{98EDC5FD-033A-D18C-E062-12FD9645DC66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Rectangle: Rounded Corners 76">
                  <a:extLst>
                    <a:ext uri="{FF2B5EF4-FFF2-40B4-BE49-F238E27FC236}">
                      <a16:creationId xmlns:a16="http://schemas.microsoft.com/office/drawing/2014/main" id="{8E3569E9-C1B2-1B54-E4A4-08FBC11DF61F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BD0F8DBC-0BAB-563D-5C54-E6FAA8B60177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1E41586-9BB0-DE3E-A4DD-368EE2E703A6}"/>
              </a:ext>
            </a:extLst>
          </p:cNvPr>
          <p:cNvGrpSpPr>
            <a:grpSpLocks noChangeAspect="1"/>
          </p:cNvGrpSpPr>
          <p:nvPr/>
        </p:nvGrpSpPr>
        <p:grpSpPr>
          <a:xfrm>
            <a:off x="1916546" y="4140505"/>
            <a:ext cx="411851" cy="351150"/>
            <a:chOff x="3251348" y="1795096"/>
            <a:chExt cx="3827633" cy="3263516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84606B49-6A0A-6DC9-B0C7-ED4429C7E4FD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419A3A06-9350-AD76-7E04-3EF238EAD8A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B0D8D7-4DF6-8EF8-AD61-FD4D8823702A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FB3D1EC8-AD82-7AC7-18B5-23E69F9647A1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D5D009B4-3669-F7E7-9B86-4D720BA7BBBB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12AEE269-4F0C-18BD-7CF9-205A7E53CCBC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: Rounded Corners 89">
                <a:extLst>
                  <a:ext uri="{FF2B5EF4-FFF2-40B4-BE49-F238E27FC236}">
                    <a16:creationId xmlns:a16="http://schemas.microsoft.com/office/drawing/2014/main" id="{596349E4-27C9-27B0-A5F3-2DA6CD222BFB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Rectangle: Rounded Corners 135">
                <a:extLst>
                  <a:ext uri="{FF2B5EF4-FFF2-40B4-BE49-F238E27FC236}">
                    <a16:creationId xmlns:a16="http://schemas.microsoft.com/office/drawing/2014/main" id="{5766144A-3CFC-AE42-EC46-70E0EB884E8E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Rectangle: Rounded Corners 136">
                <a:extLst>
                  <a:ext uri="{FF2B5EF4-FFF2-40B4-BE49-F238E27FC236}">
                    <a16:creationId xmlns:a16="http://schemas.microsoft.com/office/drawing/2014/main" id="{DAF96FBC-CA60-1CCB-2AA3-4F39D46C16DC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Rectangle: Rounded Corners 137">
                <a:extLst>
                  <a:ext uri="{FF2B5EF4-FFF2-40B4-BE49-F238E27FC236}">
                    <a16:creationId xmlns:a16="http://schemas.microsoft.com/office/drawing/2014/main" id="{8143A048-2F9C-71CB-36AE-0F3A1412331F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Rectangle: Rounded Corners 138">
                <a:extLst>
                  <a:ext uri="{FF2B5EF4-FFF2-40B4-BE49-F238E27FC236}">
                    <a16:creationId xmlns:a16="http://schemas.microsoft.com/office/drawing/2014/main" id="{80F9E5AE-24FE-9142-AA5B-B08394E853DD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Rectangle: Rounded Corners 139">
                <a:extLst>
                  <a:ext uri="{FF2B5EF4-FFF2-40B4-BE49-F238E27FC236}">
                    <a16:creationId xmlns:a16="http://schemas.microsoft.com/office/drawing/2014/main" id="{FD858350-D7C8-3510-51BA-A74367F99D37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8E4E415C-7849-BE89-FBA8-DC831D6FE1A5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47" name="Rectangle: Rounded Corners 146">
                  <a:extLst>
                    <a:ext uri="{FF2B5EF4-FFF2-40B4-BE49-F238E27FC236}">
                      <a16:creationId xmlns:a16="http://schemas.microsoft.com/office/drawing/2014/main" id="{E4949486-291A-B5EB-8931-FFB56915FC87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Rectangle: Rounded Corners 147">
                  <a:extLst>
                    <a:ext uri="{FF2B5EF4-FFF2-40B4-BE49-F238E27FC236}">
                      <a16:creationId xmlns:a16="http://schemas.microsoft.com/office/drawing/2014/main" id="{211627E3-C54E-1FA9-2850-75554C711C7E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Rectangle: Rounded Corners 148">
                  <a:extLst>
                    <a:ext uri="{FF2B5EF4-FFF2-40B4-BE49-F238E27FC236}">
                      <a16:creationId xmlns:a16="http://schemas.microsoft.com/office/drawing/2014/main" id="{A2AF7459-820D-5299-88BE-C00263AE49C0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Rectangle: Rounded Corners 149">
                  <a:extLst>
                    <a:ext uri="{FF2B5EF4-FFF2-40B4-BE49-F238E27FC236}">
                      <a16:creationId xmlns:a16="http://schemas.microsoft.com/office/drawing/2014/main" id="{F1384E49-BD7B-0816-8220-C1FC0E23F260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25A7E2F9-D9A2-77AA-474A-EFF8526DF81B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43" name="Rectangle: Rounded Corners 142">
                  <a:extLst>
                    <a:ext uri="{FF2B5EF4-FFF2-40B4-BE49-F238E27FC236}">
                      <a16:creationId xmlns:a16="http://schemas.microsoft.com/office/drawing/2014/main" id="{C9D18A36-A846-35FF-E510-D7818DFD531E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Rectangle: Rounded Corners 143">
                  <a:extLst>
                    <a:ext uri="{FF2B5EF4-FFF2-40B4-BE49-F238E27FC236}">
                      <a16:creationId xmlns:a16="http://schemas.microsoft.com/office/drawing/2014/main" id="{645C2EE6-E919-EF44-AF58-129E39BBA240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Rectangle: Rounded Corners 144">
                  <a:extLst>
                    <a:ext uri="{FF2B5EF4-FFF2-40B4-BE49-F238E27FC236}">
                      <a16:creationId xmlns:a16="http://schemas.microsoft.com/office/drawing/2014/main" id="{86E56EC5-925B-5CD0-67D2-6E43FB6AAE5E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" name="Rectangle: Rounded Corners 145">
                  <a:extLst>
                    <a:ext uri="{FF2B5EF4-FFF2-40B4-BE49-F238E27FC236}">
                      <a16:creationId xmlns:a16="http://schemas.microsoft.com/office/drawing/2014/main" id="{5EB561F1-B5F3-22B0-C220-E0005E5726AD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15DD72A4-C2BC-9C31-F79D-4430E0903B0D}"/>
              </a:ext>
            </a:extLst>
          </p:cNvPr>
          <p:cNvGrpSpPr>
            <a:grpSpLocks noChangeAspect="1"/>
          </p:cNvGrpSpPr>
          <p:nvPr/>
        </p:nvGrpSpPr>
        <p:grpSpPr>
          <a:xfrm>
            <a:off x="1916546" y="2765334"/>
            <a:ext cx="411851" cy="351150"/>
            <a:chOff x="3251348" y="1795096"/>
            <a:chExt cx="3827633" cy="3263516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656DBC90-F8D5-0CB3-5D8D-C3D52E9F05B9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57F62F88-6572-F84E-7134-829FC09273B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BD9A97AD-C11E-B497-BCB1-6FEC6B1D85B6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9128A45E-E275-AF72-D359-591D9D91CFB8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56" name="Rectangle: Rounded Corners 155">
                <a:extLst>
                  <a:ext uri="{FF2B5EF4-FFF2-40B4-BE49-F238E27FC236}">
                    <a16:creationId xmlns:a16="http://schemas.microsoft.com/office/drawing/2014/main" id="{5FE6DBBA-9D30-35E2-5696-139583197739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Rectangle: Rounded Corners 156">
                <a:extLst>
                  <a:ext uri="{FF2B5EF4-FFF2-40B4-BE49-F238E27FC236}">
                    <a16:creationId xmlns:a16="http://schemas.microsoft.com/office/drawing/2014/main" id="{BBAB0AC7-0A82-EC4B-ED7E-BF7E18AC1EFB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tangle: Rounded Corners 157">
                <a:extLst>
                  <a:ext uri="{FF2B5EF4-FFF2-40B4-BE49-F238E27FC236}">
                    <a16:creationId xmlns:a16="http://schemas.microsoft.com/office/drawing/2014/main" id="{43FAD076-6EE8-DA71-A354-B94070C06B86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: Rounded Corners 158">
                <a:extLst>
                  <a:ext uri="{FF2B5EF4-FFF2-40B4-BE49-F238E27FC236}">
                    <a16:creationId xmlns:a16="http://schemas.microsoft.com/office/drawing/2014/main" id="{46541403-0A50-1253-8346-08BEA20DA2EC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: Rounded Corners 159">
                <a:extLst>
                  <a:ext uri="{FF2B5EF4-FFF2-40B4-BE49-F238E27FC236}">
                    <a16:creationId xmlns:a16="http://schemas.microsoft.com/office/drawing/2014/main" id="{DF846270-FCE1-61B6-FB1D-1F0FD3B29DB0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: Rounded Corners 160">
                <a:extLst>
                  <a:ext uri="{FF2B5EF4-FFF2-40B4-BE49-F238E27FC236}">
                    <a16:creationId xmlns:a16="http://schemas.microsoft.com/office/drawing/2014/main" id="{C55A4285-DB32-D505-10EF-3B5AFCACC9E9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Rectangle: Rounded Corners 161">
                <a:extLst>
                  <a:ext uri="{FF2B5EF4-FFF2-40B4-BE49-F238E27FC236}">
                    <a16:creationId xmlns:a16="http://schemas.microsoft.com/office/drawing/2014/main" id="{FF3FD05D-AE45-6EF6-9728-593554E56E56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tangle: Rounded Corners 162">
                <a:extLst>
                  <a:ext uri="{FF2B5EF4-FFF2-40B4-BE49-F238E27FC236}">
                    <a16:creationId xmlns:a16="http://schemas.microsoft.com/office/drawing/2014/main" id="{37532B0F-0F59-BDAB-07D7-2E7E615B0AB9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AF173011-E764-A29F-9DE7-AA6DE1F44EC0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70" name="Rectangle: Rounded Corners 169">
                  <a:extLst>
                    <a:ext uri="{FF2B5EF4-FFF2-40B4-BE49-F238E27FC236}">
                      <a16:creationId xmlns:a16="http://schemas.microsoft.com/office/drawing/2014/main" id="{FA4848A0-64A6-D1BF-0245-E013827A180E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Rectangle: Rounded Corners 170">
                  <a:extLst>
                    <a:ext uri="{FF2B5EF4-FFF2-40B4-BE49-F238E27FC236}">
                      <a16:creationId xmlns:a16="http://schemas.microsoft.com/office/drawing/2014/main" id="{6B0D6ADC-05B8-1172-3BD7-D3374FBDD97F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Rectangle: Rounded Corners 171">
                  <a:extLst>
                    <a:ext uri="{FF2B5EF4-FFF2-40B4-BE49-F238E27FC236}">
                      <a16:creationId xmlns:a16="http://schemas.microsoft.com/office/drawing/2014/main" id="{ACCA67F2-B46C-FC1E-C0E1-51A2C316B15C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Rectangle: Rounded Corners 172">
                  <a:extLst>
                    <a:ext uri="{FF2B5EF4-FFF2-40B4-BE49-F238E27FC236}">
                      <a16:creationId xmlns:a16="http://schemas.microsoft.com/office/drawing/2014/main" id="{C19681E8-452F-C630-7B92-C99258878E46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1CDC5800-98AF-89D2-603C-A29FB767CA63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66" name="Rectangle: Rounded Corners 165">
                  <a:extLst>
                    <a:ext uri="{FF2B5EF4-FFF2-40B4-BE49-F238E27FC236}">
                      <a16:creationId xmlns:a16="http://schemas.microsoft.com/office/drawing/2014/main" id="{64D5A351-0CB1-4A37-0971-72F1B7EC44EE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" name="Rectangle: Rounded Corners 166">
                  <a:extLst>
                    <a:ext uri="{FF2B5EF4-FFF2-40B4-BE49-F238E27FC236}">
                      <a16:creationId xmlns:a16="http://schemas.microsoft.com/office/drawing/2014/main" id="{95B94DD4-BBD0-5633-423A-31FE49026613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" name="Rectangle: Rounded Corners 167">
                  <a:extLst>
                    <a:ext uri="{FF2B5EF4-FFF2-40B4-BE49-F238E27FC236}">
                      <a16:creationId xmlns:a16="http://schemas.microsoft.com/office/drawing/2014/main" id="{542A1418-1EB8-95E4-5E57-147A1C8A53F9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" name="Rectangle: Rounded Corners 168">
                  <a:extLst>
                    <a:ext uri="{FF2B5EF4-FFF2-40B4-BE49-F238E27FC236}">
                      <a16:creationId xmlns:a16="http://schemas.microsoft.com/office/drawing/2014/main" id="{45FFE945-352F-CCBF-22B2-7CB56DE12FD0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1B009D3B-6E34-E42A-502B-2666F04E48D0}"/>
              </a:ext>
            </a:extLst>
          </p:cNvPr>
          <p:cNvGrpSpPr>
            <a:grpSpLocks noChangeAspect="1"/>
          </p:cNvGrpSpPr>
          <p:nvPr/>
        </p:nvGrpSpPr>
        <p:grpSpPr>
          <a:xfrm>
            <a:off x="1916546" y="1390163"/>
            <a:ext cx="411851" cy="351150"/>
            <a:chOff x="3251348" y="1795096"/>
            <a:chExt cx="3827633" cy="3263516"/>
          </a:xfrm>
        </p:grpSpPr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6B1053D4-A8E9-329C-C480-CA72C34B1700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C8AC3223-8302-A4D5-B1F1-101008CF0B2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9872602D-F4C6-4378-F843-138665030629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3F5D7A2-A6F0-3532-AF19-02DF7364E12C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79" name="Rectangle: Rounded Corners 178">
                <a:extLst>
                  <a:ext uri="{FF2B5EF4-FFF2-40B4-BE49-F238E27FC236}">
                    <a16:creationId xmlns:a16="http://schemas.microsoft.com/office/drawing/2014/main" id="{1754AADD-EBDC-BF0D-C67B-154C440A5360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Rectangle: Rounded Corners 179">
                <a:extLst>
                  <a:ext uri="{FF2B5EF4-FFF2-40B4-BE49-F238E27FC236}">
                    <a16:creationId xmlns:a16="http://schemas.microsoft.com/office/drawing/2014/main" id="{5B022DB8-EDEA-4B7A-D336-701D24923887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Rectangle: Rounded Corners 180">
                <a:extLst>
                  <a:ext uri="{FF2B5EF4-FFF2-40B4-BE49-F238E27FC236}">
                    <a16:creationId xmlns:a16="http://schemas.microsoft.com/office/drawing/2014/main" id="{649E287D-263C-A857-4D22-5FAC55796693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Rectangle: Rounded Corners 181">
                <a:extLst>
                  <a:ext uri="{FF2B5EF4-FFF2-40B4-BE49-F238E27FC236}">
                    <a16:creationId xmlns:a16="http://schemas.microsoft.com/office/drawing/2014/main" id="{21AD8159-79DE-1B59-B0C2-D3FF3F1EC20C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Rectangle: Rounded Corners 182">
                <a:extLst>
                  <a:ext uri="{FF2B5EF4-FFF2-40B4-BE49-F238E27FC236}">
                    <a16:creationId xmlns:a16="http://schemas.microsoft.com/office/drawing/2014/main" id="{7FB15023-64A1-6D0A-AB4C-E0A9E4604576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ectangle: Rounded Corners 183">
                <a:extLst>
                  <a:ext uri="{FF2B5EF4-FFF2-40B4-BE49-F238E27FC236}">
                    <a16:creationId xmlns:a16="http://schemas.microsoft.com/office/drawing/2014/main" id="{B6DD8159-3FF7-7668-4979-A260BC97E31F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ectangle: Rounded Corners 184">
                <a:extLst>
                  <a:ext uri="{FF2B5EF4-FFF2-40B4-BE49-F238E27FC236}">
                    <a16:creationId xmlns:a16="http://schemas.microsoft.com/office/drawing/2014/main" id="{A7919F98-0030-4565-79EB-993DBA526355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3" name="Rectangle: Rounded Corners 232">
                <a:extLst>
                  <a:ext uri="{FF2B5EF4-FFF2-40B4-BE49-F238E27FC236}">
                    <a16:creationId xmlns:a16="http://schemas.microsoft.com/office/drawing/2014/main" id="{F58C1126-88CA-17AB-4552-573160A70A47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34" name="Group 233">
                <a:extLst>
                  <a:ext uri="{FF2B5EF4-FFF2-40B4-BE49-F238E27FC236}">
                    <a16:creationId xmlns:a16="http://schemas.microsoft.com/office/drawing/2014/main" id="{94AD0A29-6301-FEEA-BB86-A535E44A3E10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240" name="Rectangle: Rounded Corners 239">
                  <a:extLst>
                    <a:ext uri="{FF2B5EF4-FFF2-40B4-BE49-F238E27FC236}">
                      <a16:creationId xmlns:a16="http://schemas.microsoft.com/office/drawing/2014/main" id="{CD094CB2-B4FF-789D-7816-992731960BD2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1" name="Rectangle: Rounded Corners 240">
                  <a:extLst>
                    <a:ext uri="{FF2B5EF4-FFF2-40B4-BE49-F238E27FC236}">
                      <a16:creationId xmlns:a16="http://schemas.microsoft.com/office/drawing/2014/main" id="{4315496F-F874-CFFA-9198-365CD7F98ABA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2" name="Rectangle: Rounded Corners 241">
                  <a:extLst>
                    <a:ext uri="{FF2B5EF4-FFF2-40B4-BE49-F238E27FC236}">
                      <a16:creationId xmlns:a16="http://schemas.microsoft.com/office/drawing/2014/main" id="{E9A1412B-F573-20F3-B1EB-60FF63364A55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3" name="Rectangle: Rounded Corners 242">
                  <a:extLst>
                    <a:ext uri="{FF2B5EF4-FFF2-40B4-BE49-F238E27FC236}">
                      <a16:creationId xmlns:a16="http://schemas.microsoft.com/office/drawing/2014/main" id="{F8B1FF88-62E8-41D7-8125-447B08E79757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5" name="Group 234">
                <a:extLst>
                  <a:ext uri="{FF2B5EF4-FFF2-40B4-BE49-F238E27FC236}">
                    <a16:creationId xmlns:a16="http://schemas.microsoft.com/office/drawing/2014/main" id="{2F14402B-69B4-D4C1-3D11-FDCE3B06DFB0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236" name="Rectangle: Rounded Corners 235">
                  <a:extLst>
                    <a:ext uri="{FF2B5EF4-FFF2-40B4-BE49-F238E27FC236}">
                      <a16:creationId xmlns:a16="http://schemas.microsoft.com/office/drawing/2014/main" id="{9B2D0DEC-ACA0-310D-AB47-B61CEBEDBC9A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7" name="Rectangle: Rounded Corners 236">
                  <a:extLst>
                    <a:ext uri="{FF2B5EF4-FFF2-40B4-BE49-F238E27FC236}">
                      <a16:creationId xmlns:a16="http://schemas.microsoft.com/office/drawing/2014/main" id="{2F9361D5-37C6-AE9F-E458-6ECFDA04A756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8" name="Rectangle: Rounded Corners 237">
                  <a:extLst>
                    <a:ext uri="{FF2B5EF4-FFF2-40B4-BE49-F238E27FC236}">
                      <a16:creationId xmlns:a16="http://schemas.microsoft.com/office/drawing/2014/main" id="{79AB7776-7628-CF9C-C9BF-BB56024DE9BD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9" name="Rectangle: Rounded Corners 238">
                  <a:extLst>
                    <a:ext uri="{FF2B5EF4-FFF2-40B4-BE49-F238E27FC236}">
                      <a16:creationId xmlns:a16="http://schemas.microsoft.com/office/drawing/2014/main" id="{DE933438-ADEF-91B4-A792-48730920848F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887" name="Rectangle 886">
            <a:extLst>
              <a:ext uri="{FF2B5EF4-FFF2-40B4-BE49-F238E27FC236}">
                <a16:creationId xmlns:a16="http://schemas.microsoft.com/office/drawing/2014/main" id="{94E39C38-E741-7836-B93C-B9C46A6A5E98}"/>
              </a:ext>
            </a:extLst>
          </p:cNvPr>
          <p:cNvSpPr/>
          <p:nvPr/>
        </p:nvSpPr>
        <p:spPr>
          <a:xfrm rot="5400000">
            <a:off x="345480" y="2036003"/>
            <a:ext cx="5628724" cy="32225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6" name="TextBox 1485">
            <a:extLst>
              <a:ext uri="{FF2B5EF4-FFF2-40B4-BE49-F238E27FC236}">
                <a16:creationId xmlns:a16="http://schemas.microsoft.com/office/drawing/2014/main" id="{1172DA00-4E25-3BA1-22D2-6D3389F83535}"/>
              </a:ext>
            </a:extLst>
          </p:cNvPr>
          <p:cNvSpPr txBox="1"/>
          <p:nvPr/>
        </p:nvSpPr>
        <p:spPr>
          <a:xfrm rot="16200000">
            <a:off x="1136417" y="980143"/>
            <a:ext cx="5437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Server</a:t>
            </a:r>
          </a:p>
        </p:txBody>
      </p:sp>
      <p:sp>
        <p:nvSpPr>
          <p:cNvPr id="1495" name="Title 1">
            <a:extLst>
              <a:ext uri="{FF2B5EF4-FFF2-40B4-BE49-F238E27FC236}">
                <a16:creationId xmlns:a16="http://schemas.microsoft.com/office/drawing/2014/main" id="{E10379C1-8681-6319-7ADA-A4647AFE6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68458"/>
          </a:xfrm>
        </p:spPr>
        <p:txBody>
          <a:bodyPr>
            <a:normAutofit fontScale="90000"/>
          </a:bodyPr>
          <a:lstStyle/>
          <a:p>
            <a:r>
              <a:rPr lang="en-US" dirty="0"/>
              <a:t>PP Pipeline (Physical View)</a:t>
            </a:r>
          </a:p>
        </p:txBody>
      </p:sp>
      <p:sp>
        <p:nvSpPr>
          <p:cNvPr id="1514" name="Rectangle: Rounded Corners 1513">
            <a:extLst>
              <a:ext uri="{FF2B5EF4-FFF2-40B4-BE49-F238E27FC236}">
                <a16:creationId xmlns:a16="http://schemas.microsoft.com/office/drawing/2014/main" id="{846F6AD4-0121-651A-9E4F-BBD18086F242}"/>
              </a:ext>
            </a:extLst>
          </p:cNvPr>
          <p:cNvSpPr/>
          <p:nvPr/>
        </p:nvSpPr>
        <p:spPr>
          <a:xfrm rot="16200000">
            <a:off x="2776764" y="3368079"/>
            <a:ext cx="5325362" cy="480312"/>
          </a:xfrm>
          <a:prstGeom prst="roundRect">
            <a:avLst/>
          </a:prstGeom>
          <a:solidFill>
            <a:schemeClr val="accent3">
              <a:lumMod val="20000"/>
              <a:lumOff val="80000"/>
              <a:alpha val="78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Infiniband NDR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65FEC2-71A4-6845-D1F5-69C18E948F03}"/>
              </a:ext>
            </a:extLst>
          </p:cNvPr>
          <p:cNvSpPr txBox="1"/>
          <p:nvPr/>
        </p:nvSpPr>
        <p:spPr>
          <a:xfrm>
            <a:off x="5174122" y="724335"/>
            <a:ext cx="5581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Switch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0F981AF-1D69-CC0C-149C-0A29DA507130}"/>
              </a:ext>
            </a:extLst>
          </p:cNvPr>
          <p:cNvGrpSpPr/>
          <p:nvPr/>
        </p:nvGrpSpPr>
        <p:grpSpPr>
          <a:xfrm flipH="1">
            <a:off x="2325221" y="1234655"/>
            <a:ext cx="1067489" cy="4747158"/>
            <a:chOff x="1872855" y="1242030"/>
            <a:chExt cx="1067489" cy="478306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4F7869E-AF56-33AC-DB4A-474676A127CB}"/>
                </a:ext>
              </a:extLst>
            </p:cNvPr>
            <p:cNvGrpSpPr/>
            <p:nvPr/>
          </p:nvGrpSpPr>
          <p:grpSpPr>
            <a:xfrm>
              <a:off x="2238376" y="1616074"/>
              <a:ext cx="701968" cy="1269713"/>
              <a:chOff x="2121694" y="1539875"/>
              <a:chExt cx="583406" cy="1400840"/>
            </a:xfrm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D99C47E1-5097-0E4B-5F1C-6FE9F66463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1694" y="1539875"/>
                <a:ext cx="0" cy="140084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972C3914-CD5D-2AC4-4621-E50617DC6E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1694" y="1539875"/>
                <a:ext cx="583406" cy="0"/>
              </a:xfrm>
              <a:prstGeom prst="line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A19B9A52-759F-131A-44F1-787439C503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1694" y="2940715"/>
                <a:ext cx="58340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86A6632-71A1-E742-9257-0BFF0847108C}"/>
                </a:ext>
              </a:extLst>
            </p:cNvPr>
            <p:cNvGrpSpPr/>
            <p:nvPr/>
          </p:nvGrpSpPr>
          <p:grpSpPr>
            <a:xfrm>
              <a:off x="2238376" y="2992570"/>
              <a:ext cx="701968" cy="1269713"/>
              <a:chOff x="2121694" y="1539875"/>
              <a:chExt cx="583406" cy="1400840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75A4ACAE-46C3-9E25-6B95-37E6ABB5C6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1694" y="1539875"/>
                <a:ext cx="0" cy="140084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F3A36A48-E1AD-35A1-3D45-50C38B25EC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1694" y="1539875"/>
                <a:ext cx="583406" cy="0"/>
              </a:xfrm>
              <a:prstGeom prst="line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8283CE2B-421F-C556-B5F8-BD294FEE39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1694" y="2940715"/>
                <a:ext cx="58340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32174B61-6D4F-0E30-A88E-775DB6A12277}"/>
                </a:ext>
              </a:extLst>
            </p:cNvPr>
            <p:cNvGrpSpPr/>
            <p:nvPr/>
          </p:nvGrpSpPr>
          <p:grpSpPr>
            <a:xfrm>
              <a:off x="2231315" y="4371856"/>
              <a:ext cx="701968" cy="1269713"/>
              <a:chOff x="2121694" y="1539875"/>
              <a:chExt cx="583406" cy="1400840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ABE10A79-9C96-21D7-2407-30B6ACAC46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1694" y="1539875"/>
                <a:ext cx="0" cy="140084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1EFE8D78-3769-493E-C2DD-DFAF35FD8C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1694" y="1539875"/>
                <a:ext cx="583406" cy="0"/>
              </a:xfrm>
              <a:prstGeom prst="line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33D832F0-EC8C-5DF0-0405-112CE50CDF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1694" y="2940715"/>
                <a:ext cx="58340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E355A43-9F89-0755-8741-392582FC3C1C}"/>
                </a:ext>
              </a:extLst>
            </p:cNvPr>
            <p:cNvSpPr/>
            <p:nvPr/>
          </p:nvSpPr>
          <p:spPr>
            <a:xfrm rot="16200000">
              <a:off x="-278524" y="3393409"/>
              <a:ext cx="4783069" cy="48031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  <a:alpha val="78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rgbClr val="FF0000"/>
                  </a:solidFill>
                </a:rPr>
                <a:t>PEX</a:t>
              </a:r>
            </a:p>
          </p:txBody>
        </p:sp>
      </p:grpSp>
      <p:sp>
        <p:nvSpPr>
          <p:cNvPr id="92" name="Left Brace 91">
            <a:extLst>
              <a:ext uri="{FF2B5EF4-FFF2-40B4-BE49-F238E27FC236}">
                <a16:creationId xmlns:a16="http://schemas.microsoft.com/office/drawing/2014/main" id="{A0AB1C7A-21D1-508F-F012-71B5376D2658}"/>
              </a:ext>
            </a:extLst>
          </p:cNvPr>
          <p:cNvSpPr/>
          <p:nvPr/>
        </p:nvSpPr>
        <p:spPr>
          <a:xfrm>
            <a:off x="1196701" y="2765334"/>
            <a:ext cx="211586" cy="310110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B3676ED-EB8A-4375-BADB-9178EDA88C15}"/>
                  </a:ext>
                </a:extLst>
              </p:cNvPr>
              <p:cNvSpPr txBox="1"/>
              <p:nvPr/>
            </p:nvSpPr>
            <p:spPr>
              <a:xfrm>
                <a:off x="108525" y="3864875"/>
                <a:ext cx="1087736" cy="8508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These GPUs need to concurrently transmit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𝑝𝑟𝑒𝑓𝑖𝑙𝑙</m:t>
                        </m:r>
                      </m:sub>
                    </m:sSub>
                  </m:oMath>
                </a14:m>
                <a:r>
                  <a:rPr lang="en-US" sz="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𝐾𝑉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h𝑎𝑛𝑑𝑜𝑓𝑓</m:t>
                        </m:r>
                      </m:sub>
                    </m:sSub>
                    <m:r>
                      <a:rPr lang="en-US" sz="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800" dirty="0"/>
                  <a:t>via their PCI lanes.  </a:t>
                </a:r>
                <a:r>
                  <a:rPr lang="en-US" sz="800" b="1" dirty="0"/>
                  <a:t>This is the bottleneck!</a:t>
                </a: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B3676ED-EB8A-4375-BADB-9178EDA88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25" y="3864875"/>
                <a:ext cx="1087736" cy="850874"/>
              </a:xfrm>
              <a:prstGeom prst="rect">
                <a:avLst/>
              </a:prstGeom>
              <a:blipFill>
                <a:blip r:embed="rId2"/>
                <a:stretch>
                  <a:fillRect b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E54AD288-CDB7-A141-4143-E6C7A21750A9}"/>
              </a:ext>
            </a:extLst>
          </p:cNvPr>
          <p:cNvSpPr/>
          <p:nvPr/>
        </p:nvSpPr>
        <p:spPr>
          <a:xfrm>
            <a:off x="2352675" y="982442"/>
            <a:ext cx="4953000" cy="587933"/>
          </a:xfrm>
          <a:custGeom>
            <a:avLst/>
            <a:gdLst>
              <a:gd name="csX0" fmla="*/ 0 w 4953000"/>
              <a:gd name="csY0" fmla="*/ 552450 h 605609"/>
              <a:gd name="csX1" fmla="*/ 3086100 w 4953000"/>
              <a:gd name="csY1" fmla="*/ 552450 h 605609"/>
              <a:gd name="csX2" fmla="*/ 4953000 w 4953000"/>
              <a:gd name="csY2" fmla="*/ 0 h 605609"/>
              <a:gd name="csX0" fmla="*/ 0 w 4953000"/>
              <a:gd name="csY0" fmla="*/ 552450 h 605609"/>
              <a:gd name="csX1" fmla="*/ 3086100 w 4953000"/>
              <a:gd name="csY1" fmla="*/ 552450 h 605609"/>
              <a:gd name="csX2" fmla="*/ 4953000 w 4953000"/>
              <a:gd name="csY2" fmla="*/ 0 h 605609"/>
              <a:gd name="csX0" fmla="*/ 0 w 4953000"/>
              <a:gd name="csY0" fmla="*/ 552450 h 574396"/>
              <a:gd name="csX1" fmla="*/ 3086100 w 4953000"/>
              <a:gd name="csY1" fmla="*/ 552450 h 574396"/>
              <a:gd name="csX2" fmla="*/ 4953000 w 4953000"/>
              <a:gd name="csY2" fmla="*/ 0 h 574396"/>
              <a:gd name="csX0" fmla="*/ 0 w 4953000"/>
              <a:gd name="csY0" fmla="*/ 552450 h 579776"/>
              <a:gd name="csX1" fmla="*/ 3086100 w 4953000"/>
              <a:gd name="csY1" fmla="*/ 552450 h 579776"/>
              <a:gd name="csX2" fmla="*/ 4953000 w 4953000"/>
              <a:gd name="csY2" fmla="*/ 0 h 579776"/>
              <a:gd name="csX0" fmla="*/ 0 w 4953000"/>
              <a:gd name="csY0" fmla="*/ 560607 h 587933"/>
              <a:gd name="csX1" fmla="*/ 3086100 w 4953000"/>
              <a:gd name="csY1" fmla="*/ 560607 h 587933"/>
              <a:gd name="csX2" fmla="*/ 3676650 w 4953000"/>
              <a:gd name="csY2" fmla="*/ 36732 h 587933"/>
              <a:gd name="csX3" fmla="*/ 4953000 w 4953000"/>
              <a:gd name="csY3" fmla="*/ 8157 h 587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53000" h="587933">
                <a:moveTo>
                  <a:pt x="0" y="560607"/>
                </a:moveTo>
                <a:cubicBezTo>
                  <a:pt x="1130300" y="606644"/>
                  <a:pt x="2251075" y="586007"/>
                  <a:pt x="3086100" y="560607"/>
                </a:cubicBezTo>
                <a:cubicBezTo>
                  <a:pt x="3792538" y="521713"/>
                  <a:pt x="3365500" y="128807"/>
                  <a:pt x="3676650" y="36732"/>
                </a:cubicBezTo>
                <a:cubicBezTo>
                  <a:pt x="3987800" y="-55343"/>
                  <a:pt x="4833938" y="61338"/>
                  <a:pt x="4953000" y="8157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6127F8CF-2EC3-87E7-E2D8-FA26D5332146}"/>
              </a:ext>
            </a:extLst>
          </p:cNvPr>
          <p:cNvSpPr/>
          <p:nvPr/>
        </p:nvSpPr>
        <p:spPr>
          <a:xfrm>
            <a:off x="2314067" y="2737547"/>
            <a:ext cx="4953000" cy="171778"/>
          </a:xfrm>
          <a:custGeom>
            <a:avLst/>
            <a:gdLst>
              <a:gd name="csX0" fmla="*/ 0 w 4953000"/>
              <a:gd name="csY0" fmla="*/ 552450 h 605609"/>
              <a:gd name="csX1" fmla="*/ 3086100 w 4953000"/>
              <a:gd name="csY1" fmla="*/ 552450 h 605609"/>
              <a:gd name="csX2" fmla="*/ 4953000 w 4953000"/>
              <a:gd name="csY2" fmla="*/ 0 h 605609"/>
              <a:gd name="csX0" fmla="*/ 0 w 4953000"/>
              <a:gd name="csY0" fmla="*/ 552450 h 605609"/>
              <a:gd name="csX1" fmla="*/ 3086100 w 4953000"/>
              <a:gd name="csY1" fmla="*/ 552450 h 605609"/>
              <a:gd name="csX2" fmla="*/ 4953000 w 4953000"/>
              <a:gd name="csY2" fmla="*/ 0 h 605609"/>
              <a:gd name="csX0" fmla="*/ 0 w 4953000"/>
              <a:gd name="csY0" fmla="*/ 552450 h 574396"/>
              <a:gd name="csX1" fmla="*/ 3086100 w 4953000"/>
              <a:gd name="csY1" fmla="*/ 552450 h 574396"/>
              <a:gd name="csX2" fmla="*/ 4953000 w 4953000"/>
              <a:gd name="csY2" fmla="*/ 0 h 574396"/>
              <a:gd name="csX0" fmla="*/ 0 w 4953000"/>
              <a:gd name="csY0" fmla="*/ 552450 h 579776"/>
              <a:gd name="csX1" fmla="*/ 3086100 w 4953000"/>
              <a:gd name="csY1" fmla="*/ 552450 h 579776"/>
              <a:gd name="csX2" fmla="*/ 4953000 w 4953000"/>
              <a:gd name="csY2" fmla="*/ 0 h 579776"/>
              <a:gd name="csX0" fmla="*/ 0 w 4953000"/>
              <a:gd name="csY0" fmla="*/ 552450 h 579776"/>
              <a:gd name="csX1" fmla="*/ 3086100 w 4953000"/>
              <a:gd name="csY1" fmla="*/ 552450 h 579776"/>
              <a:gd name="csX2" fmla="*/ 3753358 w 4953000"/>
              <a:gd name="csY2" fmla="*/ 51228 h 579776"/>
              <a:gd name="csX3" fmla="*/ 4953000 w 4953000"/>
              <a:gd name="csY3" fmla="*/ 0 h 5797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53000" h="579776">
                <a:moveTo>
                  <a:pt x="0" y="552450"/>
                </a:moveTo>
                <a:cubicBezTo>
                  <a:pt x="1130300" y="598487"/>
                  <a:pt x="2251075" y="577850"/>
                  <a:pt x="3086100" y="552450"/>
                </a:cubicBezTo>
                <a:cubicBezTo>
                  <a:pt x="3789447" y="517135"/>
                  <a:pt x="3442208" y="143303"/>
                  <a:pt x="3753358" y="51228"/>
                </a:cubicBezTo>
                <a:cubicBezTo>
                  <a:pt x="4064508" y="-40847"/>
                  <a:pt x="4830847" y="56760"/>
                  <a:pt x="4953000" y="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CB9116CE-9E16-2EAA-F32B-F969A160C66D}"/>
              </a:ext>
            </a:extLst>
          </p:cNvPr>
          <p:cNvSpPr/>
          <p:nvPr/>
        </p:nvSpPr>
        <p:spPr>
          <a:xfrm flipV="1">
            <a:off x="2298643" y="5635232"/>
            <a:ext cx="4953000" cy="638614"/>
          </a:xfrm>
          <a:custGeom>
            <a:avLst/>
            <a:gdLst>
              <a:gd name="csX0" fmla="*/ 0 w 4953000"/>
              <a:gd name="csY0" fmla="*/ 552450 h 605609"/>
              <a:gd name="csX1" fmla="*/ 3086100 w 4953000"/>
              <a:gd name="csY1" fmla="*/ 552450 h 605609"/>
              <a:gd name="csX2" fmla="*/ 4953000 w 4953000"/>
              <a:gd name="csY2" fmla="*/ 0 h 605609"/>
              <a:gd name="csX0" fmla="*/ 0 w 4953000"/>
              <a:gd name="csY0" fmla="*/ 552450 h 605609"/>
              <a:gd name="csX1" fmla="*/ 3086100 w 4953000"/>
              <a:gd name="csY1" fmla="*/ 552450 h 605609"/>
              <a:gd name="csX2" fmla="*/ 4953000 w 4953000"/>
              <a:gd name="csY2" fmla="*/ 0 h 605609"/>
              <a:gd name="csX0" fmla="*/ 0 w 4953000"/>
              <a:gd name="csY0" fmla="*/ 552450 h 574396"/>
              <a:gd name="csX1" fmla="*/ 3086100 w 4953000"/>
              <a:gd name="csY1" fmla="*/ 552450 h 574396"/>
              <a:gd name="csX2" fmla="*/ 4953000 w 4953000"/>
              <a:gd name="csY2" fmla="*/ 0 h 574396"/>
              <a:gd name="csX0" fmla="*/ 0 w 4953000"/>
              <a:gd name="csY0" fmla="*/ 552450 h 579776"/>
              <a:gd name="csX1" fmla="*/ 3086100 w 4953000"/>
              <a:gd name="csY1" fmla="*/ 552450 h 579776"/>
              <a:gd name="csX2" fmla="*/ 4953000 w 4953000"/>
              <a:gd name="csY2" fmla="*/ 0 h 579776"/>
              <a:gd name="csX0" fmla="*/ 0 w 4953000"/>
              <a:gd name="csY0" fmla="*/ 599546 h 626872"/>
              <a:gd name="csX1" fmla="*/ 3086100 w 4953000"/>
              <a:gd name="csY1" fmla="*/ 599546 h 626872"/>
              <a:gd name="csX2" fmla="*/ 3762944 w 4953000"/>
              <a:gd name="csY2" fmla="*/ 27391 h 626872"/>
              <a:gd name="csX3" fmla="*/ 4953000 w 4953000"/>
              <a:gd name="csY3" fmla="*/ 47096 h 6268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53000" h="626872">
                <a:moveTo>
                  <a:pt x="0" y="599546"/>
                </a:moveTo>
                <a:cubicBezTo>
                  <a:pt x="1130300" y="645583"/>
                  <a:pt x="2251075" y="624946"/>
                  <a:pt x="3086100" y="599546"/>
                </a:cubicBezTo>
                <a:cubicBezTo>
                  <a:pt x="3766106" y="570541"/>
                  <a:pt x="3451794" y="119466"/>
                  <a:pt x="3762944" y="27391"/>
                </a:cubicBezTo>
                <a:cubicBezTo>
                  <a:pt x="4074094" y="-64684"/>
                  <a:pt x="4807506" y="110166"/>
                  <a:pt x="4953000" y="47096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F67E86EB-3C97-C5AC-E239-A522C13559AE}"/>
              </a:ext>
            </a:extLst>
          </p:cNvPr>
          <p:cNvSpPr/>
          <p:nvPr/>
        </p:nvSpPr>
        <p:spPr>
          <a:xfrm flipV="1">
            <a:off x="2314067" y="4292229"/>
            <a:ext cx="4953000" cy="220759"/>
          </a:xfrm>
          <a:custGeom>
            <a:avLst/>
            <a:gdLst>
              <a:gd name="csX0" fmla="*/ 0 w 4953000"/>
              <a:gd name="csY0" fmla="*/ 552450 h 605609"/>
              <a:gd name="csX1" fmla="*/ 3086100 w 4953000"/>
              <a:gd name="csY1" fmla="*/ 552450 h 605609"/>
              <a:gd name="csX2" fmla="*/ 4953000 w 4953000"/>
              <a:gd name="csY2" fmla="*/ 0 h 605609"/>
              <a:gd name="csX0" fmla="*/ 0 w 4953000"/>
              <a:gd name="csY0" fmla="*/ 552450 h 605609"/>
              <a:gd name="csX1" fmla="*/ 3086100 w 4953000"/>
              <a:gd name="csY1" fmla="*/ 552450 h 605609"/>
              <a:gd name="csX2" fmla="*/ 4953000 w 4953000"/>
              <a:gd name="csY2" fmla="*/ 0 h 605609"/>
              <a:gd name="csX0" fmla="*/ 0 w 4953000"/>
              <a:gd name="csY0" fmla="*/ 552450 h 574396"/>
              <a:gd name="csX1" fmla="*/ 3086100 w 4953000"/>
              <a:gd name="csY1" fmla="*/ 552450 h 574396"/>
              <a:gd name="csX2" fmla="*/ 4953000 w 4953000"/>
              <a:gd name="csY2" fmla="*/ 0 h 574396"/>
              <a:gd name="csX0" fmla="*/ 0 w 4953000"/>
              <a:gd name="csY0" fmla="*/ 552450 h 579776"/>
              <a:gd name="csX1" fmla="*/ 3086100 w 4953000"/>
              <a:gd name="csY1" fmla="*/ 552450 h 579776"/>
              <a:gd name="csX2" fmla="*/ 4953000 w 4953000"/>
              <a:gd name="csY2" fmla="*/ 0 h 579776"/>
              <a:gd name="csX0" fmla="*/ 0 w 4953000"/>
              <a:gd name="csY0" fmla="*/ 635564 h 662890"/>
              <a:gd name="csX1" fmla="*/ 3086100 w 4953000"/>
              <a:gd name="csY1" fmla="*/ 635564 h 662890"/>
              <a:gd name="csX2" fmla="*/ 3762883 w 4953000"/>
              <a:gd name="csY2" fmla="*/ 23010 h 662890"/>
              <a:gd name="csX3" fmla="*/ 4953000 w 4953000"/>
              <a:gd name="csY3" fmla="*/ 83114 h 6628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53000" h="662890">
                <a:moveTo>
                  <a:pt x="0" y="635564"/>
                </a:moveTo>
                <a:cubicBezTo>
                  <a:pt x="1130300" y="681601"/>
                  <a:pt x="2251075" y="660964"/>
                  <a:pt x="3086100" y="635564"/>
                </a:cubicBezTo>
                <a:cubicBezTo>
                  <a:pt x="3756110" y="609742"/>
                  <a:pt x="3451733" y="115085"/>
                  <a:pt x="3762883" y="23010"/>
                </a:cubicBezTo>
                <a:cubicBezTo>
                  <a:pt x="4074033" y="-69065"/>
                  <a:pt x="4797510" y="149367"/>
                  <a:pt x="4953000" y="83114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36F389-D29C-FFF2-9FD1-D5EC2219AF5D}"/>
              </a:ext>
            </a:extLst>
          </p:cNvPr>
          <p:cNvSpPr/>
          <p:nvPr/>
        </p:nvSpPr>
        <p:spPr>
          <a:xfrm>
            <a:off x="6209813" y="543370"/>
            <a:ext cx="3946660" cy="86607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36686E-0C59-1DE1-EFF3-97BF3F17FD24}"/>
              </a:ext>
            </a:extLst>
          </p:cNvPr>
          <p:cNvSpPr/>
          <p:nvPr/>
        </p:nvSpPr>
        <p:spPr>
          <a:xfrm>
            <a:off x="6208535" y="2276234"/>
            <a:ext cx="3947937" cy="86607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5F8981-2E17-DAD0-BB5F-22CD4F99CBDD}"/>
              </a:ext>
            </a:extLst>
          </p:cNvPr>
          <p:cNvSpPr/>
          <p:nvPr/>
        </p:nvSpPr>
        <p:spPr>
          <a:xfrm>
            <a:off x="6208535" y="4054264"/>
            <a:ext cx="3947937" cy="86607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657CC3-695A-9DB0-FEC6-B6864BCFC4E5}"/>
              </a:ext>
            </a:extLst>
          </p:cNvPr>
          <p:cNvSpPr/>
          <p:nvPr/>
        </p:nvSpPr>
        <p:spPr>
          <a:xfrm>
            <a:off x="6221149" y="5814653"/>
            <a:ext cx="3935324" cy="86607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BE7B5D-BE62-8B63-E6AB-2912BB1B432E}"/>
              </a:ext>
            </a:extLst>
          </p:cNvPr>
          <p:cNvSpPr txBox="1"/>
          <p:nvPr/>
        </p:nvSpPr>
        <p:spPr>
          <a:xfrm>
            <a:off x="7183539" y="500979"/>
            <a:ext cx="6014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>
                <a:solidFill>
                  <a:srgbClr val="0070C0"/>
                </a:solidFill>
              </a:rPr>
              <a:t>Decode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DA5965A-714E-A5B9-460E-9AFA98E1485B}"/>
              </a:ext>
            </a:extLst>
          </p:cNvPr>
          <p:cNvGrpSpPr>
            <a:grpSpLocks noChangeAspect="1"/>
          </p:cNvGrpSpPr>
          <p:nvPr/>
        </p:nvGrpSpPr>
        <p:grpSpPr>
          <a:xfrm>
            <a:off x="7284033" y="6058259"/>
            <a:ext cx="411851" cy="351150"/>
            <a:chOff x="3251348" y="1795096"/>
            <a:chExt cx="3827633" cy="326351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CE6EA31-6CDA-BC69-0C0E-A96A98690218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88BD053-99F1-03D7-DA20-E35453C4B99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0E63A0BE-5948-4B2F-EE15-26887231F3EE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CE1D122E-DC5E-0E83-E505-1C0122572826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4BE3038F-28E6-5BB6-21A0-D48440127059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BA00A1DD-8974-EFC6-D46C-DB7286EE3A03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F5746A89-A366-EC1F-9FE0-042A054DF68D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CBBDF2CC-3DA9-78D8-2368-7ACD3DACFEEF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DEE20FEA-7F8B-6262-2830-31C5B20068FF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A0679A0E-8DF2-79A7-F49C-F6B591EE05A6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9AC7AD9B-3782-3E72-239B-9F82FCCA323E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556F2CA2-1518-296C-7FD9-86CB862ADFE5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62F6BA25-503D-9131-489E-924BE829593B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91" name="Rectangle: Rounded Corners 90">
                  <a:extLst>
                    <a:ext uri="{FF2B5EF4-FFF2-40B4-BE49-F238E27FC236}">
                      <a16:creationId xmlns:a16="http://schemas.microsoft.com/office/drawing/2014/main" id="{18BD1F61-82AE-2135-ED16-F7C83C33AEB8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Rectangle: Rounded Corners 93">
                  <a:extLst>
                    <a:ext uri="{FF2B5EF4-FFF2-40B4-BE49-F238E27FC236}">
                      <a16:creationId xmlns:a16="http://schemas.microsoft.com/office/drawing/2014/main" id="{6F3C0819-C180-3398-A979-86D38C488005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Rectangle: Rounded Corners 94">
                  <a:extLst>
                    <a:ext uri="{FF2B5EF4-FFF2-40B4-BE49-F238E27FC236}">
                      <a16:creationId xmlns:a16="http://schemas.microsoft.com/office/drawing/2014/main" id="{47262620-7931-5792-1BE4-2E33087ABA74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Rectangle: Rounded Corners 95">
                  <a:extLst>
                    <a:ext uri="{FF2B5EF4-FFF2-40B4-BE49-F238E27FC236}">
                      <a16:creationId xmlns:a16="http://schemas.microsoft.com/office/drawing/2014/main" id="{35FC0F37-9742-3E1A-73E1-87B8EFFDCDE3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3753A178-5A02-7773-D11C-9922D20CDC7E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F463A11F-744B-6333-41EA-6B42C7699933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2C22D3BE-B8B0-2626-E99E-4C9102A2B7F0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BF113189-BC13-CE05-11C3-52019DC1CB12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45909FD1-422D-F73A-E4C5-AB26CD7E6079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87D85225-B403-B76A-9592-159768759645}"/>
              </a:ext>
            </a:extLst>
          </p:cNvPr>
          <p:cNvGrpSpPr>
            <a:grpSpLocks noChangeAspect="1"/>
          </p:cNvGrpSpPr>
          <p:nvPr/>
        </p:nvGrpSpPr>
        <p:grpSpPr>
          <a:xfrm>
            <a:off x="7284033" y="4302974"/>
            <a:ext cx="411851" cy="351150"/>
            <a:chOff x="3251348" y="1795096"/>
            <a:chExt cx="3827633" cy="3263516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77356E76-4536-01F0-AEC5-BC10D7C8AF31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C1101320-11EF-8232-5384-8D36842E894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B365CE06-F6F0-15E2-C3E7-DC87BC49D543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5D7527DA-F7F6-6E6D-3107-8C79BF5DF8CF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02" name="Rectangle: Rounded Corners 101">
                <a:extLst>
                  <a:ext uri="{FF2B5EF4-FFF2-40B4-BE49-F238E27FC236}">
                    <a16:creationId xmlns:a16="http://schemas.microsoft.com/office/drawing/2014/main" id="{261659F7-26FD-32C0-8E1F-F8643BFF58B8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Rectangle: Rounded Corners 102">
                <a:extLst>
                  <a:ext uri="{FF2B5EF4-FFF2-40B4-BE49-F238E27FC236}">
                    <a16:creationId xmlns:a16="http://schemas.microsoft.com/office/drawing/2014/main" id="{4D72397C-CCD3-8A84-5726-E95594EE59BE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id="{A528B8DB-0417-0CA6-E927-66634E004C9D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: Rounded Corners 104">
                <a:extLst>
                  <a:ext uri="{FF2B5EF4-FFF2-40B4-BE49-F238E27FC236}">
                    <a16:creationId xmlns:a16="http://schemas.microsoft.com/office/drawing/2014/main" id="{B2960F77-2B73-017B-A667-1E25E3D3CA48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: Rounded Corners 105">
                <a:extLst>
                  <a:ext uri="{FF2B5EF4-FFF2-40B4-BE49-F238E27FC236}">
                    <a16:creationId xmlns:a16="http://schemas.microsoft.com/office/drawing/2014/main" id="{BFD88414-8069-A0DC-EB0A-2478E4ECF280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Rectangle: Rounded Corners 106">
                <a:extLst>
                  <a:ext uri="{FF2B5EF4-FFF2-40B4-BE49-F238E27FC236}">
                    <a16:creationId xmlns:a16="http://schemas.microsoft.com/office/drawing/2014/main" id="{E7C55BF9-E9A8-0DCB-1ED4-141032D4642C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Rectangle: Rounded Corners 107">
                <a:extLst>
                  <a:ext uri="{FF2B5EF4-FFF2-40B4-BE49-F238E27FC236}">
                    <a16:creationId xmlns:a16="http://schemas.microsoft.com/office/drawing/2014/main" id="{9B0AB097-984D-369A-C59A-2F1784D195DD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Rectangle: Rounded Corners 108">
                <a:extLst>
                  <a:ext uri="{FF2B5EF4-FFF2-40B4-BE49-F238E27FC236}">
                    <a16:creationId xmlns:a16="http://schemas.microsoft.com/office/drawing/2014/main" id="{49FB04D5-950D-3460-B0DF-5627604B68FC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098E3189-9DF9-31F7-A3E4-DBA012158966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16" name="Rectangle: Rounded Corners 115">
                  <a:extLst>
                    <a:ext uri="{FF2B5EF4-FFF2-40B4-BE49-F238E27FC236}">
                      <a16:creationId xmlns:a16="http://schemas.microsoft.com/office/drawing/2014/main" id="{FF50A036-5BE0-3676-FD94-6494520CDBF7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: Rounded Corners 116">
                  <a:extLst>
                    <a:ext uri="{FF2B5EF4-FFF2-40B4-BE49-F238E27FC236}">
                      <a16:creationId xmlns:a16="http://schemas.microsoft.com/office/drawing/2014/main" id="{F5CCFD26-9310-B1C4-93EE-73F211CBC690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" name="Rectangle: Rounded Corners 117">
                  <a:extLst>
                    <a:ext uri="{FF2B5EF4-FFF2-40B4-BE49-F238E27FC236}">
                      <a16:creationId xmlns:a16="http://schemas.microsoft.com/office/drawing/2014/main" id="{A8A3842D-2308-6E3E-A410-A38935FD3055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Rectangle: Rounded Corners 118">
                  <a:extLst>
                    <a:ext uri="{FF2B5EF4-FFF2-40B4-BE49-F238E27FC236}">
                      <a16:creationId xmlns:a16="http://schemas.microsoft.com/office/drawing/2014/main" id="{6F77FB6E-B75D-ED06-2735-226B4C9ECAD2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20DCD1B8-C46B-08C8-A905-F3DDFB7475E4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12" name="Rectangle: Rounded Corners 111">
                  <a:extLst>
                    <a:ext uri="{FF2B5EF4-FFF2-40B4-BE49-F238E27FC236}">
                      <a16:creationId xmlns:a16="http://schemas.microsoft.com/office/drawing/2014/main" id="{0B458705-3592-BA9F-E448-592A28EAEF12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: Rounded Corners 112">
                  <a:extLst>
                    <a:ext uri="{FF2B5EF4-FFF2-40B4-BE49-F238E27FC236}">
                      <a16:creationId xmlns:a16="http://schemas.microsoft.com/office/drawing/2014/main" id="{4927E8A7-AA20-0FD3-78BC-3636797F0B5E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: Rounded Corners 113">
                  <a:extLst>
                    <a:ext uri="{FF2B5EF4-FFF2-40B4-BE49-F238E27FC236}">
                      <a16:creationId xmlns:a16="http://schemas.microsoft.com/office/drawing/2014/main" id="{24136BAB-C5DB-4D57-3D18-43BC01748062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: Rounded Corners 114">
                  <a:extLst>
                    <a:ext uri="{FF2B5EF4-FFF2-40B4-BE49-F238E27FC236}">
                      <a16:creationId xmlns:a16="http://schemas.microsoft.com/office/drawing/2014/main" id="{D882FDD1-A79B-C52D-8E4F-432089AB28F2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1CE9D09-AE47-EEC9-E1AF-C291E6DFE00E}"/>
              </a:ext>
            </a:extLst>
          </p:cNvPr>
          <p:cNvGrpSpPr>
            <a:grpSpLocks noChangeAspect="1"/>
          </p:cNvGrpSpPr>
          <p:nvPr/>
        </p:nvGrpSpPr>
        <p:grpSpPr>
          <a:xfrm>
            <a:off x="7284033" y="2547688"/>
            <a:ext cx="411851" cy="351150"/>
            <a:chOff x="3251348" y="1795096"/>
            <a:chExt cx="3827633" cy="3263516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7A331E1D-D9FD-E214-68F8-706802270AED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DFD8A63F-65B4-3159-B904-44A748391E5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F2640D90-A002-AD37-0D83-6799DDFC5442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C47FF98B-DCF0-90C5-A2FB-21FA9F759F12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25" name="Rectangle: Rounded Corners 124">
                <a:extLst>
                  <a:ext uri="{FF2B5EF4-FFF2-40B4-BE49-F238E27FC236}">
                    <a16:creationId xmlns:a16="http://schemas.microsoft.com/office/drawing/2014/main" id="{F6862640-42E1-4186-445D-58F603BC75FC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Rectangle: Rounded Corners 125">
                <a:extLst>
                  <a:ext uri="{FF2B5EF4-FFF2-40B4-BE49-F238E27FC236}">
                    <a16:creationId xmlns:a16="http://schemas.microsoft.com/office/drawing/2014/main" id="{76E78D5C-375E-2821-B792-2E6CE777D81D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Rectangle: Rounded Corners 126">
                <a:extLst>
                  <a:ext uri="{FF2B5EF4-FFF2-40B4-BE49-F238E27FC236}">
                    <a16:creationId xmlns:a16="http://schemas.microsoft.com/office/drawing/2014/main" id="{0EE857CD-2540-E666-DFA2-D0B259AD6DDF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tangle: Rounded Corners 127">
                <a:extLst>
                  <a:ext uri="{FF2B5EF4-FFF2-40B4-BE49-F238E27FC236}">
                    <a16:creationId xmlns:a16="http://schemas.microsoft.com/office/drawing/2014/main" id="{41220F24-646A-D172-3193-6BB7481D66FC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Rectangle: Rounded Corners 128">
                <a:extLst>
                  <a:ext uri="{FF2B5EF4-FFF2-40B4-BE49-F238E27FC236}">
                    <a16:creationId xmlns:a16="http://schemas.microsoft.com/office/drawing/2014/main" id="{A3111CA8-25AC-9A22-F367-11A820E00170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ectangle: Rounded Corners 129">
                <a:extLst>
                  <a:ext uri="{FF2B5EF4-FFF2-40B4-BE49-F238E27FC236}">
                    <a16:creationId xmlns:a16="http://schemas.microsoft.com/office/drawing/2014/main" id="{1AA81001-3280-088D-BE93-D087B3AD5CFF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Rectangle: Rounded Corners 130">
                <a:extLst>
                  <a:ext uri="{FF2B5EF4-FFF2-40B4-BE49-F238E27FC236}">
                    <a16:creationId xmlns:a16="http://schemas.microsoft.com/office/drawing/2014/main" id="{05C58015-DBE8-4AAA-8612-589A4B8097F0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Rectangle: Rounded Corners 131">
                <a:extLst>
                  <a:ext uri="{FF2B5EF4-FFF2-40B4-BE49-F238E27FC236}">
                    <a16:creationId xmlns:a16="http://schemas.microsoft.com/office/drawing/2014/main" id="{E7B2CC59-5065-03FE-C844-84DF49B91BB4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15838A67-7D50-716B-BE5B-8058E80806A3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89" name="Rectangle: Rounded Corners 188">
                  <a:extLst>
                    <a:ext uri="{FF2B5EF4-FFF2-40B4-BE49-F238E27FC236}">
                      <a16:creationId xmlns:a16="http://schemas.microsoft.com/office/drawing/2014/main" id="{ACC42E1D-5B01-3989-866B-7C2C04CEC545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" name="Rectangle: Rounded Corners 189">
                  <a:extLst>
                    <a:ext uri="{FF2B5EF4-FFF2-40B4-BE49-F238E27FC236}">
                      <a16:creationId xmlns:a16="http://schemas.microsoft.com/office/drawing/2014/main" id="{7D10CF96-8294-4032-5362-B900472A0632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" name="Rectangle: Rounded Corners 190">
                  <a:extLst>
                    <a:ext uri="{FF2B5EF4-FFF2-40B4-BE49-F238E27FC236}">
                      <a16:creationId xmlns:a16="http://schemas.microsoft.com/office/drawing/2014/main" id="{33DB79F3-161B-7BBE-FC67-0004EF9A60BE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" name="Rectangle: Rounded Corners 191">
                  <a:extLst>
                    <a:ext uri="{FF2B5EF4-FFF2-40B4-BE49-F238E27FC236}">
                      <a16:creationId xmlns:a16="http://schemas.microsoft.com/office/drawing/2014/main" id="{D12A23D2-FB71-D1DA-D52A-1D4946F20859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8835FE55-C4E6-65DD-2724-D3743F217639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35" name="Rectangle: Rounded Corners 134">
                  <a:extLst>
                    <a:ext uri="{FF2B5EF4-FFF2-40B4-BE49-F238E27FC236}">
                      <a16:creationId xmlns:a16="http://schemas.microsoft.com/office/drawing/2014/main" id="{3AF600F2-28E3-2041-6FAC-D17910058EAA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" name="Rectangle: Rounded Corners 185">
                  <a:extLst>
                    <a:ext uri="{FF2B5EF4-FFF2-40B4-BE49-F238E27FC236}">
                      <a16:creationId xmlns:a16="http://schemas.microsoft.com/office/drawing/2014/main" id="{D77AA438-5FF3-50A0-09A8-4447DF35F79D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" name="Rectangle: Rounded Corners 186">
                  <a:extLst>
                    <a:ext uri="{FF2B5EF4-FFF2-40B4-BE49-F238E27FC236}">
                      <a16:creationId xmlns:a16="http://schemas.microsoft.com/office/drawing/2014/main" id="{A271E7FD-192E-1D12-6277-19BC9528CB49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" name="Rectangle: Rounded Corners 187">
                  <a:extLst>
                    <a:ext uri="{FF2B5EF4-FFF2-40B4-BE49-F238E27FC236}">
                      <a16:creationId xmlns:a16="http://schemas.microsoft.com/office/drawing/2014/main" id="{BB867930-0DBA-EF43-08DF-582CC23975CA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EEC01955-6F61-A583-837C-070E958F2928}"/>
              </a:ext>
            </a:extLst>
          </p:cNvPr>
          <p:cNvGrpSpPr>
            <a:grpSpLocks noChangeAspect="1"/>
          </p:cNvGrpSpPr>
          <p:nvPr/>
        </p:nvGrpSpPr>
        <p:grpSpPr>
          <a:xfrm>
            <a:off x="7284033" y="792402"/>
            <a:ext cx="411851" cy="351150"/>
            <a:chOff x="3251348" y="1795096"/>
            <a:chExt cx="3827633" cy="3263516"/>
          </a:xfrm>
        </p:grpSpPr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FE376FC2-ADDB-17A1-FA0D-F11E885E61F5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30C08715-F83E-48A6-5DDA-E36518957D5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CAC58ECB-52C5-8F9C-0870-7D6E3F3A9B65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06E2A221-192D-F288-3A8F-E46E578F977F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98" name="Rectangle: Rounded Corners 197">
                <a:extLst>
                  <a:ext uri="{FF2B5EF4-FFF2-40B4-BE49-F238E27FC236}">
                    <a16:creationId xmlns:a16="http://schemas.microsoft.com/office/drawing/2014/main" id="{874BF449-3950-04F1-25D1-74660F964B89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Rectangle: Rounded Corners 198">
                <a:extLst>
                  <a:ext uri="{FF2B5EF4-FFF2-40B4-BE49-F238E27FC236}">
                    <a16:creationId xmlns:a16="http://schemas.microsoft.com/office/drawing/2014/main" id="{CE2EA4C9-701C-6D2E-A0D7-5220A0B4C33D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Rectangle: Rounded Corners 199">
                <a:extLst>
                  <a:ext uri="{FF2B5EF4-FFF2-40B4-BE49-F238E27FC236}">
                    <a16:creationId xmlns:a16="http://schemas.microsoft.com/office/drawing/2014/main" id="{C3502EA9-51E8-673C-8AB2-1C516C120036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Rectangle: Rounded Corners 200">
                <a:extLst>
                  <a:ext uri="{FF2B5EF4-FFF2-40B4-BE49-F238E27FC236}">
                    <a16:creationId xmlns:a16="http://schemas.microsoft.com/office/drawing/2014/main" id="{A7AF56D4-8E27-D86A-737A-31F59BBDCE1F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Rectangle: Rounded Corners 201">
                <a:extLst>
                  <a:ext uri="{FF2B5EF4-FFF2-40B4-BE49-F238E27FC236}">
                    <a16:creationId xmlns:a16="http://schemas.microsoft.com/office/drawing/2014/main" id="{BD3A4431-A8F6-3B22-B9DD-DA66BA9AC7A6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Rectangle: Rounded Corners 202">
                <a:extLst>
                  <a:ext uri="{FF2B5EF4-FFF2-40B4-BE49-F238E27FC236}">
                    <a16:creationId xmlns:a16="http://schemas.microsoft.com/office/drawing/2014/main" id="{E400AD82-1016-674F-DFA5-63D5A032DFBA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Rectangle: Rounded Corners 203">
                <a:extLst>
                  <a:ext uri="{FF2B5EF4-FFF2-40B4-BE49-F238E27FC236}">
                    <a16:creationId xmlns:a16="http://schemas.microsoft.com/office/drawing/2014/main" id="{B84C5967-178C-F2CE-FC52-E0A85B2646F4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Rectangle: Rounded Corners 204">
                <a:extLst>
                  <a:ext uri="{FF2B5EF4-FFF2-40B4-BE49-F238E27FC236}">
                    <a16:creationId xmlns:a16="http://schemas.microsoft.com/office/drawing/2014/main" id="{B6BA78C8-9E73-199C-DCE9-62F06ACB5537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6" name="Group 205">
                <a:extLst>
                  <a:ext uri="{FF2B5EF4-FFF2-40B4-BE49-F238E27FC236}">
                    <a16:creationId xmlns:a16="http://schemas.microsoft.com/office/drawing/2014/main" id="{77423377-9492-76BA-B35B-41E4FF49FC86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212" name="Rectangle: Rounded Corners 211">
                  <a:extLst>
                    <a:ext uri="{FF2B5EF4-FFF2-40B4-BE49-F238E27FC236}">
                      <a16:creationId xmlns:a16="http://schemas.microsoft.com/office/drawing/2014/main" id="{B0BDFE0C-BF84-978A-E9D2-ECA1C8E51F79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" name="Rectangle: Rounded Corners 212">
                  <a:extLst>
                    <a:ext uri="{FF2B5EF4-FFF2-40B4-BE49-F238E27FC236}">
                      <a16:creationId xmlns:a16="http://schemas.microsoft.com/office/drawing/2014/main" id="{F5B42C23-1C2B-B881-7164-58BA9BBD44F2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4" name="Rectangle: Rounded Corners 213">
                  <a:extLst>
                    <a:ext uri="{FF2B5EF4-FFF2-40B4-BE49-F238E27FC236}">
                      <a16:creationId xmlns:a16="http://schemas.microsoft.com/office/drawing/2014/main" id="{6646CCBB-5DD4-DEC6-9D14-EE3782D9C2D1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5" name="Rectangle: Rounded Corners 214">
                  <a:extLst>
                    <a:ext uri="{FF2B5EF4-FFF2-40B4-BE49-F238E27FC236}">
                      <a16:creationId xmlns:a16="http://schemas.microsoft.com/office/drawing/2014/main" id="{31DC3E04-F98E-B41B-4748-92174570C0F2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7" name="Group 206">
                <a:extLst>
                  <a:ext uri="{FF2B5EF4-FFF2-40B4-BE49-F238E27FC236}">
                    <a16:creationId xmlns:a16="http://schemas.microsoft.com/office/drawing/2014/main" id="{B8C00228-8049-4368-04F2-06AB156DD40C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208" name="Rectangle: Rounded Corners 207">
                  <a:extLst>
                    <a:ext uri="{FF2B5EF4-FFF2-40B4-BE49-F238E27FC236}">
                      <a16:creationId xmlns:a16="http://schemas.microsoft.com/office/drawing/2014/main" id="{CA6EF8BA-733C-115D-436B-FC5A1B649780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" name="Rectangle: Rounded Corners 208">
                  <a:extLst>
                    <a:ext uri="{FF2B5EF4-FFF2-40B4-BE49-F238E27FC236}">
                      <a16:creationId xmlns:a16="http://schemas.microsoft.com/office/drawing/2014/main" id="{ED258371-F297-C7BE-C2E7-2B950C2A2581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" name="Rectangle: Rounded Corners 209">
                  <a:extLst>
                    <a:ext uri="{FF2B5EF4-FFF2-40B4-BE49-F238E27FC236}">
                      <a16:creationId xmlns:a16="http://schemas.microsoft.com/office/drawing/2014/main" id="{4D16C796-44C9-183A-491F-D315675B4005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" name="Rectangle: Rounded Corners 210">
                  <a:extLst>
                    <a:ext uri="{FF2B5EF4-FFF2-40B4-BE49-F238E27FC236}">
                      <a16:creationId xmlns:a16="http://schemas.microsoft.com/office/drawing/2014/main" id="{22F801B0-44F7-E459-6353-9FAB0BE17702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16" name="Rectangle: Rounded Corners 215">
            <a:extLst>
              <a:ext uri="{FF2B5EF4-FFF2-40B4-BE49-F238E27FC236}">
                <a16:creationId xmlns:a16="http://schemas.microsoft.com/office/drawing/2014/main" id="{A38E9112-8D06-8A49-1F84-B75060914D30}"/>
              </a:ext>
            </a:extLst>
          </p:cNvPr>
          <p:cNvSpPr/>
          <p:nvPr/>
        </p:nvSpPr>
        <p:spPr>
          <a:xfrm>
            <a:off x="7189040" y="721688"/>
            <a:ext cx="601448" cy="5739938"/>
          </a:xfrm>
          <a:prstGeom prst="round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3C9B77A4-1A39-DDD4-6EF3-1A903FF07B37}"/>
              </a:ext>
            </a:extLst>
          </p:cNvPr>
          <p:cNvSpPr txBox="1"/>
          <p:nvPr/>
        </p:nvSpPr>
        <p:spPr>
          <a:xfrm>
            <a:off x="7990718" y="500979"/>
            <a:ext cx="6014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>
                <a:solidFill>
                  <a:srgbClr val="0070C0"/>
                </a:solidFill>
              </a:rPr>
              <a:t>Decode</a:t>
            </a:r>
          </a:p>
        </p:txBody>
      </p: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F6FDF1D0-1811-102D-D7DE-21209D7C6AD8}"/>
              </a:ext>
            </a:extLst>
          </p:cNvPr>
          <p:cNvGrpSpPr>
            <a:grpSpLocks noChangeAspect="1"/>
          </p:cNvGrpSpPr>
          <p:nvPr/>
        </p:nvGrpSpPr>
        <p:grpSpPr>
          <a:xfrm>
            <a:off x="8091212" y="6058259"/>
            <a:ext cx="411851" cy="351150"/>
            <a:chOff x="3251348" y="1795096"/>
            <a:chExt cx="3827633" cy="3263516"/>
          </a:xfrm>
        </p:grpSpPr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46F7D97A-385F-9839-7AC1-5D323CA7C18A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002AE68F-7E45-E446-C950-8585784E290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431E2DC1-98D2-CFF6-E6D2-CA7AD1BF9292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C478CEF1-C003-CC63-97C6-F57DFC9AEC73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223" name="Rectangle: Rounded Corners 222">
                <a:extLst>
                  <a:ext uri="{FF2B5EF4-FFF2-40B4-BE49-F238E27FC236}">
                    <a16:creationId xmlns:a16="http://schemas.microsoft.com/office/drawing/2014/main" id="{7B9EF07D-DE35-3AE5-4F7B-49DAB7C5FA10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Rectangle: Rounded Corners 223">
                <a:extLst>
                  <a:ext uri="{FF2B5EF4-FFF2-40B4-BE49-F238E27FC236}">
                    <a16:creationId xmlns:a16="http://schemas.microsoft.com/office/drawing/2014/main" id="{F282CF2E-12C9-B63B-A74B-C1C3DBB430E3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" name="Rectangle: Rounded Corners 224">
                <a:extLst>
                  <a:ext uri="{FF2B5EF4-FFF2-40B4-BE49-F238E27FC236}">
                    <a16:creationId xmlns:a16="http://schemas.microsoft.com/office/drawing/2014/main" id="{A5CEFA58-A6C1-CAA0-294F-BC476DA93C49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" name="Rectangle: Rounded Corners 225">
                <a:extLst>
                  <a:ext uri="{FF2B5EF4-FFF2-40B4-BE49-F238E27FC236}">
                    <a16:creationId xmlns:a16="http://schemas.microsoft.com/office/drawing/2014/main" id="{762844DD-3C28-F30E-990A-EE6D17CCAAF0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Rectangle: Rounded Corners 226">
                <a:extLst>
                  <a:ext uri="{FF2B5EF4-FFF2-40B4-BE49-F238E27FC236}">
                    <a16:creationId xmlns:a16="http://schemas.microsoft.com/office/drawing/2014/main" id="{D91B252C-A126-B150-887E-74FFED3382E0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" name="Rectangle: Rounded Corners 227">
                <a:extLst>
                  <a:ext uri="{FF2B5EF4-FFF2-40B4-BE49-F238E27FC236}">
                    <a16:creationId xmlns:a16="http://schemas.microsoft.com/office/drawing/2014/main" id="{86B9BBE9-90C3-0A7D-F82A-68C2B55A8A80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" name="Rectangle: Rounded Corners 228">
                <a:extLst>
                  <a:ext uri="{FF2B5EF4-FFF2-40B4-BE49-F238E27FC236}">
                    <a16:creationId xmlns:a16="http://schemas.microsoft.com/office/drawing/2014/main" id="{29BBC967-160D-D346-355A-E89626FC60BD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" name="Rectangle: Rounded Corners 229">
                <a:extLst>
                  <a:ext uri="{FF2B5EF4-FFF2-40B4-BE49-F238E27FC236}">
                    <a16:creationId xmlns:a16="http://schemas.microsoft.com/office/drawing/2014/main" id="{EAACD35A-79BA-0FDE-9DF8-6DA320D37CE2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31" name="Group 230">
                <a:extLst>
                  <a:ext uri="{FF2B5EF4-FFF2-40B4-BE49-F238E27FC236}">
                    <a16:creationId xmlns:a16="http://schemas.microsoft.com/office/drawing/2014/main" id="{2D99394C-08C0-FA95-0C82-4D4DC44BB686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402" name="Rectangle: Rounded Corners 401">
                  <a:extLst>
                    <a:ext uri="{FF2B5EF4-FFF2-40B4-BE49-F238E27FC236}">
                      <a16:creationId xmlns:a16="http://schemas.microsoft.com/office/drawing/2014/main" id="{CC13104B-6F32-3513-2A80-9B88908D32F3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3" name="Rectangle: Rounded Corners 402">
                  <a:extLst>
                    <a:ext uri="{FF2B5EF4-FFF2-40B4-BE49-F238E27FC236}">
                      <a16:creationId xmlns:a16="http://schemas.microsoft.com/office/drawing/2014/main" id="{C9729823-90CE-7B22-20BF-5F23E6D65145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2" name="Rectangle: Rounded Corners 511">
                  <a:extLst>
                    <a:ext uri="{FF2B5EF4-FFF2-40B4-BE49-F238E27FC236}">
                      <a16:creationId xmlns:a16="http://schemas.microsoft.com/office/drawing/2014/main" id="{85336494-5158-C25A-D01E-9FD51164445A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3" name="Rectangle: Rounded Corners 512">
                  <a:extLst>
                    <a:ext uri="{FF2B5EF4-FFF2-40B4-BE49-F238E27FC236}">
                      <a16:creationId xmlns:a16="http://schemas.microsoft.com/office/drawing/2014/main" id="{B7CBD733-1244-016F-D77E-83BA51517A24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2" name="Group 231">
                <a:extLst>
                  <a:ext uri="{FF2B5EF4-FFF2-40B4-BE49-F238E27FC236}">
                    <a16:creationId xmlns:a16="http://schemas.microsoft.com/office/drawing/2014/main" id="{7755DD75-619B-F62B-B09E-8D406C93BE09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397" name="Rectangle: Rounded Corners 396">
                  <a:extLst>
                    <a:ext uri="{FF2B5EF4-FFF2-40B4-BE49-F238E27FC236}">
                      <a16:creationId xmlns:a16="http://schemas.microsoft.com/office/drawing/2014/main" id="{972456B5-5385-AC56-5CB3-11403C236FD2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8" name="Rectangle: Rounded Corners 397">
                  <a:extLst>
                    <a:ext uri="{FF2B5EF4-FFF2-40B4-BE49-F238E27FC236}">
                      <a16:creationId xmlns:a16="http://schemas.microsoft.com/office/drawing/2014/main" id="{31F54566-48CC-6B61-1184-18ECCCF98679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9" name="Rectangle: Rounded Corners 398">
                  <a:extLst>
                    <a:ext uri="{FF2B5EF4-FFF2-40B4-BE49-F238E27FC236}">
                      <a16:creationId xmlns:a16="http://schemas.microsoft.com/office/drawing/2014/main" id="{F368FADF-BE31-E3A0-7293-5CBBFD44C475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0" name="Rectangle: Rounded Corners 399">
                  <a:extLst>
                    <a:ext uri="{FF2B5EF4-FFF2-40B4-BE49-F238E27FC236}">
                      <a16:creationId xmlns:a16="http://schemas.microsoft.com/office/drawing/2014/main" id="{2C5B7CFA-108B-70BD-8D0D-149377DD1019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514" name="Group 513">
            <a:extLst>
              <a:ext uri="{FF2B5EF4-FFF2-40B4-BE49-F238E27FC236}">
                <a16:creationId xmlns:a16="http://schemas.microsoft.com/office/drawing/2014/main" id="{6C2B3A22-1FE3-B463-759E-3156A021F5BF}"/>
              </a:ext>
            </a:extLst>
          </p:cNvPr>
          <p:cNvGrpSpPr>
            <a:grpSpLocks noChangeAspect="1"/>
          </p:cNvGrpSpPr>
          <p:nvPr/>
        </p:nvGrpSpPr>
        <p:grpSpPr>
          <a:xfrm>
            <a:off x="8091212" y="4302974"/>
            <a:ext cx="411851" cy="351150"/>
            <a:chOff x="3251348" y="1795096"/>
            <a:chExt cx="3827633" cy="3263516"/>
          </a:xfrm>
        </p:grpSpPr>
        <p:sp>
          <p:nvSpPr>
            <p:cNvPr id="515" name="Rectangle 514">
              <a:extLst>
                <a:ext uri="{FF2B5EF4-FFF2-40B4-BE49-F238E27FC236}">
                  <a16:creationId xmlns:a16="http://schemas.microsoft.com/office/drawing/2014/main" id="{72BE3262-6878-8253-5C92-03717EFE978A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16" name="Group 515">
              <a:extLst>
                <a:ext uri="{FF2B5EF4-FFF2-40B4-BE49-F238E27FC236}">
                  <a16:creationId xmlns:a16="http://schemas.microsoft.com/office/drawing/2014/main" id="{D192AC16-A372-FE48-5961-0AE88796982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F8F1871D-68C5-CDEC-DB70-32E7F8492741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79E538A1-0CFF-66C1-F370-03FEDF3B30CC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519" name="Rectangle: Rounded Corners 518">
                <a:extLst>
                  <a:ext uri="{FF2B5EF4-FFF2-40B4-BE49-F238E27FC236}">
                    <a16:creationId xmlns:a16="http://schemas.microsoft.com/office/drawing/2014/main" id="{545F3E8D-2287-41EC-A2E6-9BE6D3009922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0" name="Rectangle: Rounded Corners 519">
                <a:extLst>
                  <a:ext uri="{FF2B5EF4-FFF2-40B4-BE49-F238E27FC236}">
                    <a16:creationId xmlns:a16="http://schemas.microsoft.com/office/drawing/2014/main" id="{3DA02D24-CF6C-B9C2-EB9F-568D32542BB0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1" name="Rectangle: Rounded Corners 520">
                <a:extLst>
                  <a:ext uri="{FF2B5EF4-FFF2-40B4-BE49-F238E27FC236}">
                    <a16:creationId xmlns:a16="http://schemas.microsoft.com/office/drawing/2014/main" id="{4E89E40C-D1B9-7CB8-9B40-5A93D4C83CC8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2" name="Rectangle: Rounded Corners 521">
                <a:extLst>
                  <a:ext uri="{FF2B5EF4-FFF2-40B4-BE49-F238E27FC236}">
                    <a16:creationId xmlns:a16="http://schemas.microsoft.com/office/drawing/2014/main" id="{0D3667A1-1FB0-B510-01D3-CADEA89A3F25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3" name="Rectangle: Rounded Corners 522">
                <a:extLst>
                  <a:ext uri="{FF2B5EF4-FFF2-40B4-BE49-F238E27FC236}">
                    <a16:creationId xmlns:a16="http://schemas.microsoft.com/office/drawing/2014/main" id="{B4A2FFC9-93D9-CABB-542B-2E651C600FBC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4" name="Rectangle: Rounded Corners 523">
                <a:extLst>
                  <a:ext uri="{FF2B5EF4-FFF2-40B4-BE49-F238E27FC236}">
                    <a16:creationId xmlns:a16="http://schemas.microsoft.com/office/drawing/2014/main" id="{7EDB3EFA-922A-9F47-1D54-302BE61EA5A4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5" name="Rectangle: Rounded Corners 524">
                <a:extLst>
                  <a:ext uri="{FF2B5EF4-FFF2-40B4-BE49-F238E27FC236}">
                    <a16:creationId xmlns:a16="http://schemas.microsoft.com/office/drawing/2014/main" id="{1327A0F7-6212-BEB3-CA00-E70857DBA4B6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6" name="Rectangle: Rounded Corners 525">
                <a:extLst>
                  <a:ext uri="{FF2B5EF4-FFF2-40B4-BE49-F238E27FC236}">
                    <a16:creationId xmlns:a16="http://schemas.microsoft.com/office/drawing/2014/main" id="{6279A8EB-BC34-AF37-6A75-8813D5E40FE9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28" name="Group 527">
                <a:extLst>
                  <a:ext uri="{FF2B5EF4-FFF2-40B4-BE49-F238E27FC236}">
                    <a16:creationId xmlns:a16="http://schemas.microsoft.com/office/drawing/2014/main" id="{BA53BCDD-4B4A-7110-1D6A-CFF81C484915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535" name="Rectangle: Rounded Corners 534">
                  <a:extLst>
                    <a:ext uri="{FF2B5EF4-FFF2-40B4-BE49-F238E27FC236}">
                      <a16:creationId xmlns:a16="http://schemas.microsoft.com/office/drawing/2014/main" id="{DE18BEEE-1554-9E5A-E883-E21E3A67FF8F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6" name="Rectangle: Rounded Corners 535">
                  <a:extLst>
                    <a:ext uri="{FF2B5EF4-FFF2-40B4-BE49-F238E27FC236}">
                      <a16:creationId xmlns:a16="http://schemas.microsoft.com/office/drawing/2014/main" id="{3DA2F0C5-0238-1104-DC8C-1113C36327EE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7" name="Rectangle: Rounded Corners 536">
                  <a:extLst>
                    <a:ext uri="{FF2B5EF4-FFF2-40B4-BE49-F238E27FC236}">
                      <a16:creationId xmlns:a16="http://schemas.microsoft.com/office/drawing/2014/main" id="{4237273A-FB68-1AF1-575D-A1A35A152E25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8" name="Rectangle: Rounded Corners 537">
                  <a:extLst>
                    <a:ext uri="{FF2B5EF4-FFF2-40B4-BE49-F238E27FC236}">
                      <a16:creationId xmlns:a16="http://schemas.microsoft.com/office/drawing/2014/main" id="{9C4A8D76-50B2-36FF-F955-3252EDBDE881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29" name="Group 528">
                <a:extLst>
                  <a:ext uri="{FF2B5EF4-FFF2-40B4-BE49-F238E27FC236}">
                    <a16:creationId xmlns:a16="http://schemas.microsoft.com/office/drawing/2014/main" id="{D32C1B82-4609-8767-1205-5737991B0E32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531" name="Rectangle: Rounded Corners 530">
                  <a:extLst>
                    <a:ext uri="{FF2B5EF4-FFF2-40B4-BE49-F238E27FC236}">
                      <a16:creationId xmlns:a16="http://schemas.microsoft.com/office/drawing/2014/main" id="{D479A820-E212-80F3-E1AA-2AB680109460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2" name="Rectangle: Rounded Corners 531">
                  <a:extLst>
                    <a:ext uri="{FF2B5EF4-FFF2-40B4-BE49-F238E27FC236}">
                      <a16:creationId xmlns:a16="http://schemas.microsoft.com/office/drawing/2014/main" id="{9023AB13-5E74-B3A7-37AF-2A99F2164D09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3" name="Rectangle: Rounded Corners 532">
                  <a:extLst>
                    <a:ext uri="{FF2B5EF4-FFF2-40B4-BE49-F238E27FC236}">
                      <a16:creationId xmlns:a16="http://schemas.microsoft.com/office/drawing/2014/main" id="{87374393-ED6E-6B04-847E-CB2B5BD36858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4" name="Rectangle: Rounded Corners 533">
                  <a:extLst>
                    <a:ext uri="{FF2B5EF4-FFF2-40B4-BE49-F238E27FC236}">
                      <a16:creationId xmlns:a16="http://schemas.microsoft.com/office/drawing/2014/main" id="{6D40C79A-0A14-57E2-4E2B-CD2B7E1AFE84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539" name="Group 538">
            <a:extLst>
              <a:ext uri="{FF2B5EF4-FFF2-40B4-BE49-F238E27FC236}">
                <a16:creationId xmlns:a16="http://schemas.microsoft.com/office/drawing/2014/main" id="{8E39FF75-5675-30AA-8712-2B67C7D70A31}"/>
              </a:ext>
            </a:extLst>
          </p:cNvPr>
          <p:cNvGrpSpPr>
            <a:grpSpLocks noChangeAspect="1"/>
          </p:cNvGrpSpPr>
          <p:nvPr/>
        </p:nvGrpSpPr>
        <p:grpSpPr>
          <a:xfrm>
            <a:off x="8091212" y="2547688"/>
            <a:ext cx="411851" cy="351150"/>
            <a:chOff x="3251348" y="1795096"/>
            <a:chExt cx="3827633" cy="3263516"/>
          </a:xfrm>
        </p:grpSpPr>
        <p:sp>
          <p:nvSpPr>
            <p:cNvPr id="540" name="Rectangle 539">
              <a:extLst>
                <a:ext uri="{FF2B5EF4-FFF2-40B4-BE49-F238E27FC236}">
                  <a16:creationId xmlns:a16="http://schemas.microsoft.com/office/drawing/2014/main" id="{A3E92C3B-E4D1-135F-3ECE-C3577C9D96F9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D3EBA285-8941-9B25-DF5C-4EFC6CD2C3B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C519EFF7-C78E-749D-2A34-B8695D9639EA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2C2A011A-CFC1-413A-E8D8-C32EBC9A45BC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544" name="Rectangle: Rounded Corners 543">
                <a:extLst>
                  <a:ext uri="{FF2B5EF4-FFF2-40B4-BE49-F238E27FC236}">
                    <a16:creationId xmlns:a16="http://schemas.microsoft.com/office/drawing/2014/main" id="{B9340304-8143-412D-EB84-A3154785A46D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5" name="Rectangle: Rounded Corners 544">
                <a:extLst>
                  <a:ext uri="{FF2B5EF4-FFF2-40B4-BE49-F238E27FC236}">
                    <a16:creationId xmlns:a16="http://schemas.microsoft.com/office/drawing/2014/main" id="{7CA15830-3A5A-04C4-B578-FEAB285F5332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6" name="Rectangle: Rounded Corners 545">
                <a:extLst>
                  <a:ext uri="{FF2B5EF4-FFF2-40B4-BE49-F238E27FC236}">
                    <a16:creationId xmlns:a16="http://schemas.microsoft.com/office/drawing/2014/main" id="{08F2AB31-F83D-25CD-6E1D-24518BED9AEA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7" name="Rectangle: Rounded Corners 546">
                <a:extLst>
                  <a:ext uri="{FF2B5EF4-FFF2-40B4-BE49-F238E27FC236}">
                    <a16:creationId xmlns:a16="http://schemas.microsoft.com/office/drawing/2014/main" id="{7FC90672-19B6-DE26-3A11-1688406BE62F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8" name="Rectangle: Rounded Corners 547">
                <a:extLst>
                  <a:ext uri="{FF2B5EF4-FFF2-40B4-BE49-F238E27FC236}">
                    <a16:creationId xmlns:a16="http://schemas.microsoft.com/office/drawing/2014/main" id="{E57EB02A-1C06-92A9-3D29-3A78691A134D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9" name="Rectangle: Rounded Corners 548">
                <a:extLst>
                  <a:ext uri="{FF2B5EF4-FFF2-40B4-BE49-F238E27FC236}">
                    <a16:creationId xmlns:a16="http://schemas.microsoft.com/office/drawing/2014/main" id="{D38A3617-23D4-1BDA-3834-10CBB63CFF9C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0" name="Rectangle: Rounded Corners 549">
                <a:extLst>
                  <a:ext uri="{FF2B5EF4-FFF2-40B4-BE49-F238E27FC236}">
                    <a16:creationId xmlns:a16="http://schemas.microsoft.com/office/drawing/2014/main" id="{C9852944-8F66-1720-1118-62440B88277A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1" name="Rectangle: Rounded Corners 550">
                <a:extLst>
                  <a:ext uri="{FF2B5EF4-FFF2-40B4-BE49-F238E27FC236}">
                    <a16:creationId xmlns:a16="http://schemas.microsoft.com/office/drawing/2014/main" id="{124E6B4A-EDFD-8003-2907-419D8AB3D92A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52" name="Group 551">
                <a:extLst>
                  <a:ext uri="{FF2B5EF4-FFF2-40B4-BE49-F238E27FC236}">
                    <a16:creationId xmlns:a16="http://schemas.microsoft.com/office/drawing/2014/main" id="{684D70F2-562D-1227-51C3-F639D824D4CC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559" name="Rectangle: Rounded Corners 558">
                  <a:extLst>
                    <a:ext uri="{FF2B5EF4-FFF2-40B4-BE49-F238E27FC236}">
                      <a16:creationId xmlns:a16="http://schemas.microsoft.com/office/drawing/2014/main" id="{12FE2875-122E-CC7A-529B-45C0D7336848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0" name="Rectangle: Rounded Corners 559">
                  <a:extLst>
                    <a:ext uri="{FF2B5EF4-FFF2-40B4-BE49-F238E27FC236}">
                      <a16:creationId xmlns:a16="http://schemas.microsoft.com/office/drawing/2014/main" id="{F828D99A-00E0-ADE2-335C-6A0711A61D40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1" name="Rectangle: Rounded Corners 560">
                  <a:extLst>
                    <a:ext uri="{FF2B5EF4-FFF2-40B4-BE49-F238E27FC236}">
                      <a16:creationId xmlns:a16="http://schemas.microsoft.com/office/drawing/2014/main" id="{AB2D26F6-B068-F792-DA45-8C65E2E98D12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2" name="Rectangle: Rounded Corners 561">
                  <a:extLst>
                    <a:ext uri="{FF2B5EF4-FFF2-40B4-BE49-F238E27FC236}">
                      <a16:creationId xmlns:a16="http://schemas.microsoft.com/office/drawing/2014/main" id="{3623ACEC-DE8C-3AFD-A0DD-95DB75C7E171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54" name="Group 553">
                <a:extLst>
                  <a:ext uri="{FF2B5EF4-FFF2-40B4-BE49-F238E27FC236}">
                    <a16:creationId xmlns:a16="http://schemas.microsoft.com/office/drawing/2014/main" id="{A1786940-7807-F7E0-BD79-DEB8383598AD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555" name="Rectangle: Rounded Corners 554">
                  <a:extLst>
                    <a:ext uri="{FF2B5EF4-FFF2-40B4-BE49-F238E27FC236}">
                      <a16:creationId xmlns:a16="http://schemas.microsoft.com/office/drawing/2014/main" id="{65CAE297-2025-80D9-EDE1-C2D4BCFEE883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6" name="Rectangle: Rounded Corners 555">
                  <a:extLst>
                    <a:ext uri="{FF2B5EF4-FFF2-40B4-BE49-F238E27FC236}">
                      <a16:creationId xmlns:a16="http://schemas.microsoft.com/office/drawing/2014/main" id="{358561B7-8718-C5EF-1A28-CC3B343F663C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7" name="Rectangle: Rounded Corners 556">
                  <a:extLst>
                    <a:ext uri="{FF2B5EF4-FFF2-40B4-BE49-F238E27FC236}">
                      <a16:creationId xmlns:a16="http://schemas.microsoft.com/office/drawing/2014/main" id="{FC7058E4-7915-EA9F-6CA6-49589B437E26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8" name="Rectangle: Rounded Corners 557">
                  <a:extLst>
                    <a:ext uri="{FF2B5EF4-FFF2-40B4-BE49-F238E27FC236}">
                      <a16:creationId xmlns:a16="http://schemas.microsoft.com/office/drawing/2014/main" id="{57793F6A-F719-FA25-5396-789AF00AB272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563" name="Group 562">
            <a:extLst>
              <a:ext uri="{FF2B5EF4-FFF2-40B4-BE49-F238E27FC236}">
                <a16:creationId xmlns:a16="http://schemas.microsoft.com/office/drawing/2014/main" id="{46C03B43-7889-4089-973F-2E88E026DD22}"/>
              </a:ext>
            </a:extLst>
          </p:cNvPr>
          <p:cNvGrpSpPr>
            <a:grpSpLocks noChangeAspect="1"/>
          </p:cNvGrpSpPr>
          <p:nvPr/>
        </p:nvGrpSpPr>
        <p:grpSpPr>
          <a:xfrm>
            <a:off x="8091212" y="792402"/>
            <a:ext cx="411851" cy="351150"/>
            <a:chOff x="3251348" y="1795096"/>
            <a:chExt cx="3827633" cy="3263516"/>
          </a:xfrm>
        </p:grpSpPr>
        <p:sp>
          <p:nvSpPr>
            <p:cNvPr id="565" name="Rectangle 564">
              <a:extLst>
                <a:ext uri="{FF2B5EF4-FFF2-40B4-BE49-F238E27FC236}">
                  <a16:creationId xmlns:a16="http://schemas.microsoft.com/office/drawing/2014/main" id="{A362C314-7455-7880-05FD-E0CCC850CB8F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66" name="Group 565">
              <a:extLst>
                <a:ext uri="{FF2B5EF4-FFF2-40B4-BE49-F238E27FC236}">
                  <a16:creationId xmlns:a16="http://schemas.microsoft.com/office/drawing/2014/main" id="{1CBF14A8-0F3C-A8F5-C661-69BBCE82C02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BE48237A-2408-7BB5-B089-355B40BC57CB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817AB623-4E92-4AD5-2C2A-C28BAE4AFF6C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569" name="Rectangle: Rounded Corners 568">
                <a:extLst>
                  <a:ext uri="{FF2B5EF4-FFF2-40B4-BE49-F238E27FC236}">
                    <a16:creationId xmlns:a16="http://schemas.microsoft.com/office/drawing/2014/main" id="{7E492F87-B317-A7E9-E0D7-CD10B3F4301E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0" name="Rectangle: Rounded Corners 569">
                <a:extLst>
                  <a:ext uri="{FF2B5EF4-FFF2-40B4-BE49-F238E27FC236}">
                    <a16:creationId xmlns:a16="http://schemas.microsoft.com/office/drawing/2014/main" id="{8007CD49-6A8A-89D8-0189-17486955901B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1" name="Rectangle: Rounded Corners 570">
                <a:extLst>
                  <a:ext uri="{FF2B5EF4-FFF2-40B4-BE49-F238E27FC236}">
                    <a16:creationId xmlns:a16="http://schemas.microsoft.com/office/drawing/2014/main" id="{448BC7B0-EA69-4E5D-B716-70CD929BF14C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2" name="Rectangle: Rounded Corners 571">
                <a:extLst>
                  <a:ext uri="{FF2B5EF4-FFF2-40B4-BE49-F238E27FC236}">
                    <a16:creationId xmlns:a16="http://schemas.microsoft.com/office/drawing/2014/main" id="{3D986C4F-CDC8-FCE2-E0AA-A020AF7E9507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4" name="Rectangle: Rounded Corners 573">
                <a:extLst>
                  <a:ext uri="{FF2B5EF4-FFF2-40B4-BE49-F238E27FC236}">
                    <a16:creationId xmlns:a16="http://schemas.microsoft.com/office/drawing/2014/main" id="{64DD2CC9-9355-6921-B0D2-39924428F3CD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5" name="Rectangle: Rounded Corners 574">
                <a:extLst>
                  <a:ext uri="{FF2B5EF4-FFF2-40B4-BE49-F238E27FC236}">
                    <a16:creationId xmlns:a16="http://schemas.microsoft.com/office/drawing/2014/main" id="{230B5080-7FF7-B416-D54F-9E30D3D0F073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0" name="Rectangle: Rounded Corners 719">
                <a:extLst>
                  <a:ext uri="{FF2B5EF4-FFF2-40B4-BE49-F238E27FC236}">
                    <a16:creationId xmlns:a16="http://schemas.microsoft.com/office/drawing/2014/main" id="{292668CB-3CF6-7EC7-D972-24F4B039DC4A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1" name="Rectangle: Rounded Corners 720">
                <a:extLst>
                  <a:ext uri="{FF2B5EF4-FFF2-40B4-BE49-F238E27FC236}">
                    <a16:creationId xmlns:a16="http://schemas.microsoft.com/office/drawing/2014/main" id="{EA61E8CA-9F0B-81B2-4FFA-E7393EEA6060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22" name="Group 721">
                <a:extLst>
                  <a:ext uri="{FF2B5EF4-FFF2-40B4-BE49-F238E27FC236}">
                    <a16:creationId xmlns:a16="http://schemas.microsoft.com/office/drawing/2014/main" id="{4A89DCA2-79A2-F78E-E87C-9BA3070BA912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734" name="Rectangle: Rounded Corners 733">
                  <a:extLst>
                    <a:ext uri="{FF2B5EF4-FFF2-40B4-BE49-F238E27FC236}">
                      <a16:creationId xmlns:a16="http://schemas.microsoft.com/office/drawing/2014/main" id="{C611DD22-D841-EA51-6D16-F1154255FF00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5" name="Rectangle: Rounded Corners 734">
                  <a:extLst>
                    <a:ext uri="{FF2B5EF4-FFF2-40B4-BE49-F238E27FC236}">
                      <a16:creationId xmlns:a16="http://schemas.microsoft.com/office/drawing/2014/main" id="{10608807-C274-0C04-860B-F42A2FAB2404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6" name="Rectangle: Rounded Corners 735">
                  <a:extLst>
                    <a:ext uri="{FF2B5EF4-FFF2-40B4-BE49-F238E27FC236}">
                      <a16:creationId xmlns:a16="http://schemas.microsoft.com/office/drawing/2014/main" id="{C78903D7-6D26-1366-9179-F0F8D6F4AA28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7" name="Rectangle: Rounded Corners 736">
                  <a:extLst>
                    <a:ext uri="{FF2B5EF4-FFF2-40B4-BE49-F238E27FC236}">
                      <a16:creationId xmlns:a16="http://schemas.microsoft.com/office/drawing/2014/main" id="{7430FC8C-667F-4149-B4A1-D831E13D3462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23" name="Group 722">
                <a:extLst>
                  <a:ext uri="{FF2B5EF4-FFF2-40B4-BE49-F238E27FC236}">
                    <a16:creationId xmlns:a16="http://schemas.microsoft.com/office/drawing/2014/main" id="{A6900A3F-5B8A-9008-5E11-69328227D047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730" name="Rectangle: Rounded Corners 729">
                  <a:extLst>
                    <a:ext uri="{FF2B5EF4-FFF2-40B4-BE49-F238E27FC236}">
                      <a16:creationId xmlns:a16="http://schemas.microsoft.com/office/drawing/2014/main" id="{2040148F-D801-1C42-AEBF-E4A70056F6F4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1" name="Rectangle: Rounded Corners 730">
                  <a:extLst>
                    <a:ext uri="{FF2B5EF4-FFF2-40B4-BE49-F238E27FC236}">
                      <a16:creationId xmlns:a16="http://schemas.microsoft.com/office/drawing/2014/main" id="{DBD39EDF-441E-2D0A-AC7D-4B904FAB8EB4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2" name="Rectangle: Rounded Corners 731">
                  <a:extLst>
                    <a:ext uri="{FF2B5EF4-FFF2-40B4-BE49-F238E27FC236}">
                      <a16:creationId xmlns:a16="http://schemas.microsoft.com/office/drawing/2014/main" id="{40F67830-B44A-3A08-6AF5-2D99C744E54E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3" name="Rectangle: Rounded Corners 732">
                  <a:extLst>
                    <a:ext uri="{FF2B5EF4-FFF2-40B4-BE49-F238E27FC236}">
                      <a16:creationId xmlns:a16="http://schemas.microsoft.com/office/drawing/2014/main" id="{077285C1-C6C8-E75D-17E4-56B5563BD822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738" name="Rectangle: Rounded Corners 737">
            <a:extLst>
              <a:ext uri="{FF2B5EF4-FFF2-40B4-BE49-F238E27FC236}">
                <a16:creationId xmlns:a16="http://schemas.microsoft.com/office/drawing/2014/main" id="{ACE2FD09-E81D-8902-0120-7D22282A231C}"/>
              </a:ext>
            </a:extLst>
          </p:cNvPr>
          <p:cNvSpPr/>
          <p:nvPr/>
        </p:nvSpPr>
        <p:spPr>
          <a:xfrm>
            <a:off x="7996219" y="721688"/>
            <a:ext cx="601448" cy="5739938"/>
          </a:xfrm>
          <a:prstGeom prst="round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9" name="TextBox 738">
            <a:extLst>
              <a:ext uri="{FF2B5EF4-FFF2-40B4-BE49-F238E27FC236}">
                <a16:creationId xmlns:a16="http://schemas.microsoft.com/office/drawing/2014/main" id="{37E9F4F2-891A-A298-053F-5BCF468BDC2D}"/>
              </a:ext>
            </a:extLst>
          </p:cNvPr>
          <p:cNvSpPr txBox="1"/>
          <p:nvPr/>
        </p:nvSpPr>
        <p:spPr>
          <a:xfrm>
            <a:off x="8713289" y="488317"/>
            <a:ext cx="6014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>
                <a:solidFill>
                  <a:srgbClr val="0070C0"/>
                </a:solidFill>
              </a:rPr>
              <a:t>Decode</a:t>
            </a:r>
          </a:p>
        </p:txBody>
      </p:sp>
      <p:grpSp>
        <p:nvGrpSpPr>
          <p:cNvPr id="740" name="Group 739">
            <a:extLst>
              <a:ext uri="{FF2B5EF4-FFF2-40B4-BE49-F238E27FC236}">
                <a16:creationId xmlns:a16="http://schemas.microsoft.com/office/drawing/2014/main" id="{5CBD23CF-3A15-9EF5-61AE-9C40C85DB153}"/>
              </a:ext>
            </a:extLst>
          </p:cNvPr>
          <p:cNvGrpSpPr>
            <a:grpSpLocks noChangeAspect="1"/>
          </p:cNvGrpSpPr>
          <p:nvPr/>
        </p:nvGrpSpPr>
        <p:grpSpPr>
          <a:xfrm>
            <a:off x="8813783" y="6045597"/>
            <a:ext cx="411851" cy="351150"/>
            <a:chOff x="3251348" y="1795096"/>
            <a:chExt cx="3827633" cy="3263516"/>
          </a:xfrm>
        </p:grpSpPr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131DD461-5D87-E6B5-AC6A-BA8E3D16128B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42" name="Group 741">
              <a:extLst>
                <a:ext uri="{FF2B5EF4-FFF2-40B4-BE49-F238E27FC236}">
                  <a16:creationId xmlns:a16="http://schemas.microsoft.com/office/drawing/2014/main" id="{0DA0713E-2E37-148B-A88E-74F76DC8AC3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5358B68D-0E79-CACE-2B32-FB16B41DBDD0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72A8060B-C9DA-B5B9-D87E-1C20EFC9D59F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745" name="Rectangle: Rounded Corners 744">
                <a:extLst>
                  <a:ext uri="{FF2B5EF4-FFF2-40B4-BE49-F238E27FC236}">
                    <a16:creationId xmlns:a16="http://schemas.microsoft.com/office/drawing/2014/main" id="{4BB60412-464A-0938-F4E3-A67E1D777353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6" name="Rectangle: Rounded Corners 745">
                <a:extLst>
                  <a:ext uri="{FF2B5EF4-FFF2-40B4-BE49-F238E27FC236}">
                    <a16:creationId xmlns:a16="http://schemas.microsoft.com/office/drawing/2014/main" id="{A29C9F55-9F6F-9DB6-9E6C-3DBC77E57EAD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7" name="Rectangle: Rounded Corners 746">
                <a:extLst>
                  <a:ext uri="{FF2B5EF4-FFF2-40B4-BE49-F238E27FC236}">
                    <a16:creationId xmlns:a16="http://schemas.microsoft.com/office/drawing/2014/main" id="{A6D7249F-9F01-50CF-8011-7ED7FDE293DD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8" name="Rectangle: Rounded Corners 747">
                <a:extLst>
                  <a:ext uri="{FF2B5EF4-FFF2-40B4-BE49-F238E27FC236}">
                    <a16:creationId xmlns:a16="http://schemas.microsoft.com/office/drawing/2014/main" id="{EDD2C449-FB13-5F03-B60D-D9659DC9C87D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9" name="Rectangle: Rounded Corners 748">
                <a:extLst>
                  <a:ext uri="{FF2B5EF4-FFF2-40B4-BE49-F238E27FC236}">
                    <a16:creationId xmlns:a16="http://schemas.microsoft.com/office/drawing/2014/main" id="{D8FD4066-9EFA-60C3-5577-D9C8BEE260D1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0" name="Rectangle: Rounded Corners 749">
                <a:extLst>
                  <a:ext uri="{FF2B5EF4-FFF2-40B4-BE49-F238E27FC236}">
                    <a16:creationId xmlns:a16="http://schemas.microsoft.com/office/drawing/2014/main" id="{9D7F1B70-64D4-553A-52B7-A33B8741E197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1" name="Rectangle: Rounded Corners 750">
                <a:extLst>
                  <a:ext uri="{FF2B5EF4-FFF2-40B4-BE49-F238E27FC236}">
                    <a16:creationId xmlns:a16="http://schemas.microsoft.com/office/drawing/2014/main" id="{9E198887-9E25-8BB1-CD69-198ACD15EA7F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2" name="Rectangle: Rounded Corners 751">
                <a:extLst>
                  <a:ext uri="{FF2B5EF4-FFF2-40B4-BE49-F238E27FC236}">
                    <a16:creationId xmlns:a16="http://schemas.microsoft.com/office/drawing/2014/main" id="{E05F17DC-1B8F-325E-FB55-F12D96185699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53" name="Group 752">
                <a:extLst>
                  <a:ext uri="{FF2B5EF4-FFF2-40B4-BE49-F238E27FC236}">
                    <a16:creationId xmlns:a16="http://schemas.microsoft.com/office/drawing/2014/main" id="{BCB3DA2A-2CAA-AEE9-C52F-9F0643DFAE28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759" name="Rectangle: Rounded Corners 758">
                  <a:extLst>
                    <a:ext uri="{FF2B5EF4-FFF2-40B4-BE49-F238E27FC236}">
                      <a16:creationId xmlns:a16="http://schemas.microsoft.com/office/drawing/2014/main" id="{FC5F2021-991B-E4D3-AFA0-7F5B6065D63D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0" name="Rectangle: Rounded Corners 759">
                  <a:extLst>
                    <a:ext uri="{FF2B5EF4-FFF2-40B4-BE49-F238E27FC236}">
                      <a16:creationId xmlns:a16="http://schemas.microsoft.com/office/drawing/2014/main" id="{88558C64-A138-9059-2F92-F42C69766DF2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1" name="Rectangle: Rounded Corners 760">
                  <a:extLst>
                    <a:ext uri="{FF2B5EF4-FFF2-40B4-BE49-F238E27FC236}">
                      <a16:creationId xmlns:a16="http://schemas.microsoft.com/office/drawing/2014/main" id="{1DCDD98B-C453-99F5-43CC-E654C69CAF0F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2" name="Rectangle: Rounded Corners 761">
                  <a:extLst>
                    <a:ext uri="{FF2B5EF4-FFF2-40B4-BE49-F238E27FC236}">
                      <a16:creationId xmlns:a16="http://schemas.microsoft.com/office/drawing/2014/main" id="{C310EE99-EC73-ED99-A5AA-74D4A9BD4AA4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54" name="Group 753">
                <a:extLst>
                  <a:ext uri="{FF2B5EF4-FFF2-40B4-BE49-F238E27FC236}">
                    <a16:creationId xmlns:a16="http://schemas.microsoft.com/office/drawing/2014/main" id="{C3273BDD-0073-3404-293C-A02323CF5610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755" name="Rectangle: Rounded Corners 754">
                  <a:extLst>
                    <a:ext uri="{FF2B5EF4-FFF2-40B4-BE49-F238E27FC236}">
                      <a16:creationId xmlns:a16="http://schemas.microsoft.com/office/drawing/2014/main" id="{5242A21E-DDCD-2819-DF65-4552420AA4FC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6" name="Rectangle: Rounded Corners 755">
                  <a:extLst>
                    <a:ext uri="{FF2B5EF4-FFF2-40B4-BE49-F238E27FC236}">
                      <a16:creationId xmlns:a16="http://schemas.microsoft.com/office/drawing/2014/main" id="{11BFEB66-B7B6-1FB2-CBB5-265C129CCF27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7" name="Rectangle: Rounded Corners 756">
                  <a:extLst>
                    <a:ext uri="{FF2B5EF4-FFF2-40B4-BE49-F238E27FC236}">
                      <a16:creationId xmlns:a16="http://schemas.microsoft.com/office/drawing/2014/main" id="{4F3A91C1-9FF8-C23F-5F47-24E6EEC722BD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8" name="Rectangle: Rounded Corners 757">
                  <a:extLst>
                    <a:ext uri="{FF2B5EF4-FFF2-40B4-BE49-F238E27FC236}">
                      <a16:creationId xmlns:a16="http://schemas.microsoft.com/office/drawing/2014/main" id="{A2783255-72FC-2ACF-2E77-A85ADB03880B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763" name="Group 762">
            <a:extLst>
              <a:ext uri="{FF2B5EF4-FFF2-40B4-BE49-F238E27FC236}">
                <a16:creationId xmlns:a16="http://schemas.microsoft.com/office/drawing/2014/main" id="{D2079010-325C-9924-14CC-5898FE3FAAFA}"/>
              </a:ext>
            </a:extLst>
          </p:cNvPr>
          <p:cNvGrpSpPr>
            <a:grpSpLocks noChangeAspect="1"/>
          </p:cNvGrpSpPr>
          <p:nvPr/>
        </p:nvGrpSpPr>
        <p:grpSpPr>
          <a:xfrm>
            <a:off x="8813783" y="4290312"/>
            <a:ext cx="411851" cy="351150"/>
            <a:chOff x="3251348" y="1795096"/>
            <a:chExt cx="3827633" cy="3263516"/>
          </a:xfrm>
        </p:grpSpPr>
        <p:sp>
          <p:nvSpPr>
            <p:cNvPr id="764" name="Rectangle 763">
              <a:extLst>
                <a:ext uri="{FF2B5EF4-FFF2-40B4-BE49-F238E27FC236}">
                  <a16:creationId xmlns:a16="http://schemas.microsoft.com/office/drawing/2014/main" id="{D4A6B186-DD8E-0899-1F7C-72CD1D06B821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65" name="Group 764">
              <a:extLst>
                <a:ext uri="{FF2B5EF4-FFF2-40B4-BE49-F238E27FC236}">
                  <a16:creationId xmlns:a16="http://schemas.microsoft.com/office/drawing/2014/main" id="{00C15C10-41AA-E01C-D238-5CE73B83645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E4C58717-B32C-4D51-BA1E-E2238701E249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5AEF9C5B-72A9-7666-DADE-4494A29096F3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832" name="Rectangle: Rounded Corners 831">
                <a:extLst>
                  <a:ext uri="{FF2B5EF4-FFF2-40B4-BE49-F238E27FC236}">
                    <a16:creationId xmlns:a16="http://schemas.microsoft.com/office/drawing/2014/main" id="{0C61AA58-B5FE-D67A-9EE2-5A20868A97F4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3" name="Rectangle: Rounded Corners 832">
                <a:extLst>
                  <a:ext uri="{FF2B5EF4-FFF2-40B4-BE49-F238E27FC236}">
                    <a16:creationId xmlns:a16="http://schemas.microsoft.com/office/drawing/2014/main" id="{CD2E799A-B16D-5F1D-3A1A-1A8203322C7E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4" name="Rectangle: Rounded Corners 833">
                <a:extLst>
                  <a:ext uri="{FF2B5EF4-FFF2-40B4-BE49-F238E27FC236}">
                    <a16:creationId xmlns:a16="http://schemas.microsoft.com/office/drawing/2014/main" id="{B5B0BF93-B1A5-38FA-FE98-52CB9A65239F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5" name="Rectangle: Rounded Corners 834">
                <a:extLst>
                  <a:ext uri="{FF2B5EF4-FFF2-40B4-BE49-F238E27FC236}">
                    <a16:creationId xmlns:a16="http://schemas.microsoft.com/office/drawing/2014/main" id="{F6ED5456-C213-0666-2202-95C32A196389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6" name="Rectangle: Rounded Corners 835">
                <a:extLst>
                  <a:ext uri="{FF2B5EF4-FFF2-40B4-BE49-F238E27FC236}">
                    <a16:creationId xmlns:a16="http://schemas.microsoft.com/office/drawing/2014/main" id="{FE1BCD13-8767-F221-2477-3813929FDEA9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7" name="Rectangle: Rounded Corners 836">
                <a:extLst>
                  <a:ext uri="{FF2B5EF4-FFF2-40B4-BE49-F238E27FC236}">
                    <a16:creationId xmlns:a16="http://schemas.microsoft.com/office/drawing/2014/main" id="{3CA48AD5-2FCA-F2BB-1F89-751D8F36B82A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8" name="Rectangle: Rounded Corners 837">
                <a:extLst>
                  <a:ext uri="{FF2B5EF4-FFF2-40B4-BE49-F238E27FC236}">
                    <a16:creationId xmlns:a16="http://schemas.microsoft.com/office/drawing/2014/main" id="{FAD2857F-F891-AA37-BF74-4BE020EC2700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9" name="Rectangle: Rounded Corners 838">
                <a:extLst>
                  <a:ext uri="{FF2B5EF4-FFF2-40B4-BE49-F238E27FC236}">
                    <a16:creationId xmlns:a16="http://schemas.microsoft.com/office/drawing/2014/main" id="{A57F84DA-4E54-ADB7-6D1A-98987743BDAD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40" name="Group 839">
                <a:extLst>
                  <a:ext uri="{FF2B5EF4-FFF2-40B4-BE49-F238E27FC236}">
                    <a16:creationId xmlns:a16="http://schemas.microsoft.com/office/drawing/2014/main" id="{2DA60900-2751-2C90-F867-F84C3DB542D9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846" name="Rectangle: Rounded Corners 845">
                  <a:extLst>
                    <a:ext uri="{FF2B5EF4-FFF2-40B4-BE49-F238E27FC236}">
                      <a16:creationId xmlns:a16="http://schemas.microsoft.com/office/drawing/2014/main" id="{ADDD448A-05E5-7D9C-CF2A-9FA78A21AE25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7" name="Rectangle: Rounded Corners 846">
                  <a:extLst>
                    <a:ext uri="{FF2B5EF4-FFF2-40B4-BE49-F238E27FC236}">
                      <a16:creationId xmlns:a16="http://schemas.microsoft.com/office/drawing/2014/main" id="{4B29AAAC-DC91-E787-FCC0-6379A01C0E71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8" name="Rectangle: Rounded Corners 847">
                  <a:extLst>
                    <a:ext uri="{FF2B5EF4-FFF2-40B4-BE49-F238E27FC236}">
                      <a16:creationId xmlns:a16="http://schemas.microsoft.com/office/drawing/2014/main" id="{ABB39628-7E0B-5914-AA77-38A4A3ECE069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9" name="Rectangle: Rounded Corners 848">
                  <a:extLst>
                    <a:ext uri="{FF2B5EF4-FFF2-40B4-BE49-F238E27FC236}">
                      <a16:creationId xmlns:a16="http://schemas.microsoft.com/office/drawing/2014/main" id="{E656FB9D-3C6E-8F73-0C5C-9C9065DCD5C9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41" name="Group 840">
                <a:extLst>
                  <a:ext uri="{FF2B5EF4-FFF2-40B4-BE49-F238E27FC236}">
                    <a16:creationId xmlns:a16="http://schemas.microsoft.com/office/drawing/2014/main" id="{D8A1A8D5-9C1A-78D0-A3C1-5FFD6D61606B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842" name="Rectangle: Rounded Corners 841">
                  <a:extLst>
                    <a:ext uri="{FF2B5EF4-FFF2-40B4-BE49-F238E27FC236}">
                      <a16:creationId xmlns:a16="http://schemas.microsoft.com/office/drawing/2014/main" id="{C37073E3-6DF9-0517-9BFA-0E24402AD96F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3" name="Rectangle: Rounded Corners 842">
                  <a:extLst>
                    <a:ext uri="{FF2B5EF4-FFF2-40B4-BE49-F238E27FC236}">
                      <a16:creationId xmlns:a16="http://schemas.microsoft.com/office/drawing/2014/main" id="{80F5A6CD-F286-7C7C-63B7-0A63341349DD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4" name="Rectangle: Rounded Corners 843">
                  <a:extLst>
                    <a:ext uri="{FF2B5EF4-FFF2-40B4-BE49-F238E27FC236}">
                      <a16:creationId xmlns:a16="http://schemas.microsoft.com/office/drawing/2014/main" id="{84BAC376-F1D4-E9A4-41F2-5F62D17E24D9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5" name="Rectangle: Rounded Corners 844">
                  <a:extLst>
                    <a:ext uri="{FF2B5EF4-FFF2-40B4-BE49-F238E27FC236}">
                      <a16:creationId xmlns:a16="http://schemas.microsoft.com/office/drawing/2014/main" id="{8CC06A41-576D-FB87-E58D-DFEB19BB67E9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850" name="Group 849">
            <a:extLst>
              <a:ext uri="{FF2B5EF4-FFF2-40B4-BE49-F238E27FC236}">
                <a16:creationId xmlns:a16="http://schemas.microsoft.com/office/drawing/2014/main" id="{DF330CF2-0196-1605-A4ED-85ECA5F3DAD2}"/>
              </a:ext>
            </a:extLst>
          </p:cNvPr>
          <p:cNvGrpSpPr>
            <a:grpSpLocks noChangeAspect="1"/>
          </p:cNvGrpSpPr>
          <p:nvPr/>
        </p:nvGrpSpPr>
        <p:grpSpPr>
          <a:xfrm>
            <a:off x="8813783" y="2535026"/>
            <a:ext cx="411851" cy="351150"/>
            <a:chOff x="3251348" y="1795096"/>
            <a:chExt cx="3827633" cy="3263516"/>
          </a:xfrm>
        </p:grpSpPr>
        <p:sp>
          <p:nvSpPr>
            <p:cNvPr id="851" name="Rectangle 850">
              <a:extLst>
                <a:ext uri="{FF2B5EF4-FFF2-40B4-BE49-F238E27FC236}">
                  <a16:creationId xmlns:a16="http://schemas.microsoft.com/office/drawing/2014/main" id="{BD7CA1E7-B827-4852-8E6E-6754E964031E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52" name="Group 851">
              <a:extLst>
                <a:ext uri="{FF2B5EF4-FFF2-40B4-BE49-F238E27FC236}">
                  <a16:creationId xmlns:a16="http://schemas.microsoft.com/office/drawing/2014/main" id="{CCB74DF9-7544-531E-7400-2076BA41B92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C4EBA357-5B71-D654-20F2-206E556C1EC2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3E1A6FD0-2391-A590-5EB4-1E74E3A94885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855" name="Rectangle: Rounded Corners 854">
                <a:extLst>
                  <a:ext uri="{FF2B5EF4-FFF2-40B4-BE49-F238E27FC236}">
                    <a16:creationId xmlns:a16="http://schemas.microsoft.com/office/drawing/2014/main" id="{14FD7F0B-1F78-2713-545C-A5491502BE0A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6" name="Rectangle: Rounded Corners 855">
                <a:extLst>
                  <a:ext uri="{FF2B5EF4-FFF2-40B4-BE49-F238E27FC236}">
                    <a16:creationId xmlns:a16="http://schemas.microsoft.com/office/drawing/2014/main" id="{C9561DE3-1A7A-A704-93A4-D8B8736E5FDB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7" name="Rectangle: Rounded Corners 856">
                <a:extLst>
                  <a:ext uri="{FF2B5EF4-FFF2-40B4-BE49-F238E27FC236}">
                    <a16:creationId xmlns:a16="http://schemas.microsoft.com/office/drawing/2014/main" id="{DDC16842-0828-4414-4365-8C2C85CDAB3F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8" name="Rectangle: Rounded Corners 857">
                <a:extLst>
                  <a:ext uri="{FF2B5EF4-FFF2-40B4-BE49-F238E27FC236}">
                    <a16:creationId xmlns:a16="http://schemas.microsoft.com/office/drawing/2014/main" id="{CA5C7771-6008-69D6-3790-E5BED557EB69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9" name="Rectangle: Rounded Corners 858">
                <a:extLst>
                  <a:ext uri="{FF2B5EF4-FFF2-40B4-BE49-F238E27FC236}">
                    <a16:creationId xmlns:a16="http://schemas.microsoft.com/office/drawing/2014/main" id="{BB4C4347-5C58-F59B-AFBA-AF4CB66B640A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0" name="Rectangle: Rounded Corners 859">
                <a:extLst>
                  <a:ext uri="{FF2B5EF4-FFF2-40B4-BE49-F238E27FC236}">
                    <a16:creationId xmlns:a16="http://schemas.microsoft.com/office/drawing/2014/main" id="{F5F3D258-9591-C551-6874-0816F5E94A7D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1" name="Rectangle: Rounded Corners 860">
                <a:extLst>
                  <a:ext uri="{FF2B5EF4-FFF2-40B4-BE49-F238E27FC236}">
                    <a16:creationId xmlns:a16="http://schemas.microsoft.com/office/drawing/2014/main" id="{E08D9207-D8AF-27D7-1FF9-A6AEAF81ABD2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2" name="Rectangle: Rounded Corners 861">
                <a:extLst>
                  <a:ext uri="{FF2B5EF4-FFF2-40B4-BE49-F238E27FC236}">
                    <a16:creationId xmlns:a16="http://schemas.microsoft.com/office/drawing/2014/main" id="{CAAEE1B0-47B3-B973-3516-BA42739F0A04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63" name="Group 862">
                <a:extLst>
                  <a:ext uri="{FF2B5EF4-FFF2-40B4-BE49-F238E27FC236}">
                    <a16:creationId xmlns:a16="http://schemas.microsoft.com/office/drawing/2014/main" id="{CA3AF869-4296-DEE2-1322-E5AFE84CE7FA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869" name="Rectangle: Rounded Corners 868">
                  <a:extLst>
                    <a:ext uri="{FF2B5EF4-FFF2-40B4-BE49-F238E27FC236}">
                      <a16:creationId xmlns:a16="http://schemas.microsoft.com/office/drawing/2014/main" id="{3BC09459-BF9F-FBEE-DE27-69440FECBDC8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0" name="Rectangle: Rounded Corners 869">
                  <a:extLst>
                    <a:ext uri="{FF2B5EF4-FFF2-40B4-BE49-F238E27FC236}">
                      <a16:creationId xmlns:a16="http://schemas.microsoft.com/office/drawing/2014/main" id="{FD746C1C-D143-0D50-1FEB-070AB4DB3F28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1" name="Rectangle: Rounded Corners 870">
                  <a:extLst>
                    <a:ext uri="{FF2B5EF4-FFF2-40B4-BE49-F238E27FC236}">
                      <a16:creationId xmlns:a16="http://schemas.microsoft.com/office/drawing/2014/main" id="{B1E59227-3421-DD45-B90F-16E1E10D292A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2" name="Rectangle: Rounded Corners 871">
                  <a:extLst>
                    <a:ext uri="{FF2B5EF4-FFF2-40B4-BE49-F238E27FC236}">
                      <a16:creationId xmlns:a16="http://schemas.microsoft.com/office/drawing/2014/main" id="{C92D4EAF-607A-F928-6EDC-067FB9B952F0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64" name="Group 863">
                <a:extLst>
                  <a:ext uri="{FF2B5EF4-FFF2-40B4-BE49-F238E27FC236}">
                    <a16:creationId xmlns:a16="http://schemas.microsoft.com/office/drawing/2014/main" id="{76A54AC4-01D3-3213-CFD7-F3D1A6250F69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865" name="Rectangle: Rounded Corners 864">
                  <a:extLst>
                    <a:ext uri="{FF2B5EF4-FFF2-40B4-BE49-F238E27FC236}">
                      <a16:creationId xmlns:a16="http://schemas.microsoft.com/office/drawing/2014/main" id="{E1C81AEC-31A1-B9F7-7D75-25E528E4BBAA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6" name="Rectangle: Rounded Corners 865">
                  <a:extLst>
                    <a:ext uri="{FF2B5EF4-FFF2-40B4-BE49-F238E27FC236}">
                      <a16:creationId xmlns:a16="http://schemas.microsoft.com/office/drawing/2014/main" id="{C74E393C-3875-A8E6-9201-9351F76CDFD6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7" name="Rectangle: Rounded Corners 866">
                  <a:extLst>
                    <a:ext uri="{FF2B5EF4-FFF2-40B4-BE49-F238E27FC236}">
                      <a16:creationId xmlns:a16="http://schemas.microsoft.com/office/drawing/2014/main" id="{50BC84E6-B0B0-9BBA-EC64-8F4B6F2CA693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8" name="Rectangle: Rounded Corners 867">
                  <a:extLst>
                    <a:ext uri="{FF2B5EF4-FFF2-40B4-BE49-F238E27FC236}">
                      <a16:creationId xmlns:a16="http://schemas.microsoft.com/office/drawing/2014/main" id="{DAC48BCB-8FC4-6D9C-862D-2709CA0E1878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873" name="Group 872">
            <a:extLst>
              <a:ext uri="{FF2B5EF4-FFF2-40B4-BE49-F238E27FC236}">
                <a16:creationId xmlns:a16="http://schemas.microsoft.com/office/drawing/2014/main" id="{C0196017-2164-0DC2-BEBD-C1685AD8C2E5}"/>
              </a:ext>
            </a:extLst>
          </p:cNvPr>
          <p:cNvGrpSpPr>
            <a:grpSpLocks noChangeAspect="1"/>
          </p:cNvGrpSpPr>
          <p:nvPr/>
        </p:nvGrpSpPr>
        <p:grpSpPr>
          <a:xfrm>
            <a:off x="8813783" y="779740"/>
            <a:ext cx="411851" cy="351150"/>
            <a:chOff x="3251348" y="1795096"/>
            <a:chExt cx="3827633" cy="3263516"/>
          </a:xfrm>
        </p:grpSpPr>
        <p:sp>
          <p:nvSpPr>
            <p:cNvPr id="874" name="Rectangle 873">
              <a:extLst>
                <a:ext uri="{FF2B5EF4-FFF2-40B4-BE49-F238E27FC236}">
                  <a16:creationId xmlns:a16="http://schemas.microsoft.com/office/drawing/2014/main" id="{077C21FA-C123-2849-5F84-1B48069072BA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75" name="Group 874">
              <a:extLst>
                <a:ext uri="{FF2B5EF4-FFF2-40B4-BE49-F238E27FC236}">
                  <a16:creationId xmlns:a16="http://schemas.microsoft.com/office/drawing/2014/main" id="{F98B93D0-4056-F6BE-DEEA-95FA750BC40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C9394A66-CEB4-6D31-2693-6284B033EA98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C30D55F3-06A7-80AD-2CAB-64908E3E6C82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878" name="Rectangle: Rounded Corners 877">
                <a:extLst>
                  <a:ext uri="{FF2B5EF4-FFF2-40B4-BE49-F238E27FC236}">
                    <a16:creationId xmlns:a16="http://schemas.microsoft.com/office/drawing/2014/main" id="{1389FDE9-71B9-E5B9-9A7E-2888B71D24A2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9" name="Rectangle: Rounded Corners 878">
                <a:extLst>
                  <a:ext uri="{FF2B5EF4-FFF2-40B4-BE49-F238E27FC236}">
                    <a16:creationId xmlns:a16="http://schemas.microsoft.com/office/drawing/2014/main" id="{5FFE84AF-9F70-866F-C3ED-AE3196EB7C60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0" name="Rectangle: Rounded Corners 879">
                <a:extLst>
                  <a:ext uri="{FF2B5EF4-FFF2-40B4-BE49-F238E27FC236}">
                    <a16:creationId xmlns:a16="http://schemas.microsoft.com/office/drawing/2014/main" id="{001D7BA4-0358-B28E-622E-A751C5766FDE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1" name="Rectangle: Rounded Corners 880">
                <a:extLst>
                  <a:ext uri="{FF2B5EF4-FFF2-40B4-BE49-F238E27FC236}">
                    <a16:creationId xmlns:a16="http://schemas.microsoft.com/office/drawing/2014/main" id="{04E52B50-BD87-4186-B418-FA003115DB08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2" name="Rectangle: Rounded Corners 881">
                <a:extLst>
                  <a:ext uri="{FF2B5EF4-FFF2-40B4-BE49-F238E27FC236}">
                    <a16:creationId xmlns:a16="http://schemas.microsoft.com/office/drawing/2014/main" id="{0C4AC6A4-1481-4039-35EC-E71268E42348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3" name="Rectangle: Rounded Corners 882">
                <a:extLst>
                  <a:ext uri="{FF2B5EF4-FFF2-40B4-BE49-F238E27FC236}">
                    <a16:creationId xmlns:a16="http://schemas.microsoft.com/office/drawing/2014/main" id="{F90FA094-DC70-3B91-801E-43F07293749F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4" name="Rectangle: Rounded Corners 883">
                <a:extLst>
                  <a:ext uri="{FF2B5EF4-FFF2-40B4-BE49-F238E27FC236}">
                    <a16:creationId xmlns:a16="http://schemas.microsoft.com/office/drawing/2014/main" id="{EFF69BA1-F7D0-BB47-CF52-C320CB37BC35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5" name="Rectangle: Rounded Corners 884">
                <a:extLst>
                  <a:ext uri="{FF2B5EF4-FFF2-40B4-BE49-F238E27FC236}">
                    <a16:creationId xmlns:a16="http://schemas.microsoft.com/office/drawing/2014/main" id="{CF40D19B-5EB5-0847-C035-08184D537BD1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88" name="Group 887">
                <a:extLst>
                  <a:ext uri="{FF2B5EF4-FFF2-40B4-BE49-F238E27FC236}">
                    <a16:creationId xmlns:a16="http://schemas.microsoft.com/office/drawing/2014/main" id="{5BB121A0-0E25-228C-54A8-631CB5AF5C2C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154" name="Rectangle: Rounded Corners 1153">
                  <a:extLst>
                    <a:ext uri="{FF2B5EF4-FFF2-40B4-BE49-F238E27FC236}">
                      <a16:creationId xmlns:a16="http://schemas.microsoft.com/office/drawing/2014/main" id="{E1E28E4F-8C66-052B-8799-CE50E1AB3DE4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5" name="Rectangle: Rounded Corners 1154">
                  <a:extLst>
                    <a:ext uri="{FF2B5EF4-FFF2-40B4-BE49-F238E27FC236}">
                      <a16:creationId xmlns:a16="http://schemas.microsoft.com/office/drawing/2014/main" id="{4C167980-E087-1855-3CB6-F6B3E086A96F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6" name="Rectangle: Rounded Corners 1155">
                  <a:extLst>
                    <a:ext uri="{FF2B5EF4-FFF2-40B4-BE49-F238E27FC236}">
                      <a16:creationId xmlns:a16="http://schemas.microsoft.com/office/drawing/2014/main" id="{8F066247-403D-0F29-62A7-1CE5B72B19FA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7" name="Rectangle: Rounded Corners 1156">
                  <a:extLst>
                    <a:ext uri="{FF2B5EF4-FFF2-40B4-BE49-F238E27FC236}">
                      <a16:creationId xmlns:a16="http://schemas.microsoft.com/office/drawing/2014/main" id="{19EEF6CF-FD2F-F775-69A9-1ADAD04305D5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93" name="Group 892">
                <a:extLst>
                  <a:ext uri="{FF2B5EF4-FFF2-40B4-BE49-F238E27FC236}">
                    <a16:creationId xmlns:a16="http://schemas.microsoft.com/office/drawing/2014/main" id="{FD362595-5966-35AA-37B3-DDDA4A33850C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894" name="Rectangle: Rounded Corners 893">
                  <a:extLst>
                    <a:ext uri="{FF2B5EF4-FFF2-40B4-BE49-F238E27FC236}">
                      <a16:creationId xmlns:a16="http://schemas.microsoft.com/office/drawing/2014/main" id="{8EC6E122-62FA-C5F7-8456-801B757C684D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5" name="Rectangle: Rounded Corners 894">
                  <a:extLst>
                    <a:ext uri="{FF2B5EF4-FFF2-40B4-BE49-F238E27FC236}">
                      <a16:creationId xmlns:a16="http://schemas.microsoft.com/office/drawing/2014/main" id="{9747A8A1-428D-79FA-D0DB-3ECF4455AECC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2" name="Rectangle: Rounded Corners 1151">
                  <a:extLst>
                    <a:ext uri="{FF2B5EF4-FFF2-40B4-BE49-F238E27FC236}">
                      <a16:creationId xmlns:a16="http://schemas.microsoft.com/office/drawing/2014/main" id="{7BA8B601-25F1-723B-B065-9811686E6D0F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3" name="Rectangle: Rounded Corners 1152">
                  <a:extLst>
                    <a:ext uri="{FF2B5EF4-FFF2-40B4-BE49-F238E27FC236}">
                      <a16:creationId xmlns:a16="http://schemas.microsoft.com/office/drawing/2014/main" id="{5E5F8310-298B-A278-8703-C51D5511FCD9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1158" name="Rectangle: Rounded Corners 1157">
            <a:extLst>
              <a:ext uri="{FF2B5EF4-FFF2-40B4-BE49-F238E27FC236}">
                <a16:creationId xmlns:a16="http://schemas.microsoft.com/office/drawing/2014/main" id="{A2A561F0-402F-4C16-F6C9-A1D90328A3C8}"/>
              </a:ext>
            </a:extLst>
          </p:cNvPr>
          <p:cNvSpPr/>
          <p:nvPr/>
        </p:nvSpPr>
        <p:spPr>
          <a:xfrm>
            <a:off x="8718790" y="709026"/>
            <a:ext cx="601448" cy="5739938"/>
          </a:xfrm>
          <a:prstGeom prst="round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9" name="TextBox 1158">
            <a:extLst>
              <a:ext uri="{FF2B5EF4-FFF2-40B4-BE49-F238E27FC236}">
                <a16:creationId xmlns:a16="http://schemas.microsoft.com/office/drawing/2014/main" id="{E031B4A3-F874-1731-E9D0-87D821C87865}"/>
              </a:ext>
            </a:extLst>
          </p:cNvPr>
          <p:cNvSpPr txBox="1"/>
          <p:nvPr/>
        </p:nvSpPr>
        <p:spPr>
          <a:xfrm>
            <a:off x="9430359" y="515458"/>
            <a:ext cx="6014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>
                <a:solidFill>
                  <a:srgbClr val="0070C0"/>
                </a:solidFill>
              </a:rPr>
              <a:t>Decode</a:t>
            </a:r>
          </a:p>
        </p:txBody>
      </p:sp>
      <p:grpSp>
        <p:nvGrpSpPr>
          <p:cNvPr id="1160" name="Group 1159">
            <a:extLst>
              <a:ext uri="{FF2B5EF4-FFF2-40B4-BE49-F238E27FC236}">
                <a16:creationId xmlns:a16="http://schemas.microsoft.com/office/drawing/2014/main" id="{8CBF2646-DC83-3987-B5D5-DD9EBEBB9579}"/>
              </a:ext>
            </a:extLst>
          </p:cNvPr>
          <p:cNvGrpSpPr>
            <a:grpSpLocks noChangeAspect="1"/>
          </p:cNvGrpSpPr>
          <p:nvPr/>
        </p:nvGrpSpPr>
        <p:grpSpPr>
          <a:xfrm>
            <a:off x="9530853" y="6072738"/>
            <a:ext cx="411851" cy="351150"/>
            <a:chOff x="3251348" y="1795096"/>
            <a:chExt cx="3827633" cy="3263516"/>
          </a:xfrm>
        </p:grpSpPr>
        <p:sp>
          <p:nvSpPr>
            <p:cNvPr id="1161" name="Rectangle 1160">
              <a:extLst>
                <a:ext uri="{FF2B5EF4-FFF2-40B4-BE49-F238E27FC236}">
                  <a16:creationId xmlns:a16="http://schemas.microsoft.com/office/drawing/2014/main" id="{BE0BF636-2B91-0057-6890-8953B4514438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62" name="Group 1161">
              <a:extLst>
                <a:ext uri="{FF2B5EF4-FFF2-40B4-BE49-F238E27FC236}">
                  <a16:creationId xmlns:a16="http://schemas.microsoft.com/office/drawing/2014/main" id="{722AD360-A1BD-8FC2-B358-495A261785A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F900466F-C386-FB9C-460F-F0C8611F2DA4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C18FCDC-C24E-7FA9-6D85-1EDCE29EB949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165" name="Rectangle: Rounded Corners 1164">
                <a:extLst>
                  <a:ext uri="{FF2B5EF4-FFF2-40B4-BE49-F238E27FC236}">
                    <a16:creationId xmlns:a16="http://schemas.microsoft.com/office/drawing/2014/main" id="{BABABAD7-C868-6116-7F6D-0BF93C60B75F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6" name="Rectangle: Rounded Corners 1165">
                <a:extLst>
                  <a:ext uri="{FF2B5EF4-FFF2-40B4-BE49-F238E27FC236}">
                    <a16:creationId xmlns:a16="http://schemas.microsoft.com/office/drawing/2014/main" id="{2609CFD1-BDEB-78A9-BA95-26D1A622B13C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7" name="Rectangle: Rounded Corners 1166">
                <a:extLst>
                  <a:ext uri="{FF2B5EF4-FFF2-40B4-BE49-F238E27FC236}">
                    <a16:creationId xmlns:a16="http://schemas.microsoft.com/office/drawing/2014/main" id="{E4EE5410-1067-8668-E515-8062F896285E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8" name="Rectangle: Rounded Corners 1167">
                <a:extLst>
                  <a:ext uri="{FF2B5EF4-FFF2-40B4-BE49-F238E27FC236}">
                    <a16:creationId xmlns:a16="http://schemas.microsoft.com/office/drawing/2014/main" id="{9A9A6BE8-04D8-82E7-5888-87FA4927AFA9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9" name="Rectangle: Rounded Corners 1168">
                <a:extLst>
                  <a:ext uri="{FF2B5EF4-FFF2-40B4-BE49-F238E27FC236}">
                    <a16:creationId xmlns:a16="http://schemas.microsoft.com/office/drawing/2014/main" id="{DD1BE25E-0DA6-D36F-0CEA-7B8DDE1ED453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0" name="Rectangle: Rounded Corners 1169">
                <a:extLst>
                  <a:ext uri="{FF2B5EF4-FFF2-40B4-BE49-F238E27FC236}">
                    <a16:creationId xmlns:a16="http://schemas.microsoft.com/office/drawing/2014/main" id="{E390ABBD-21E4-F780-1624-994D2F3C7966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1" name="Rectangle: Rounded Corners 1170">
                <a:extLst>
                  <a:ext uri="{FF2B5EF4-FFF2-40B4-BE49-F238E27FC236}">
                    <a16:creationId xmlns:a16="http://schemas.microsoft.com/office/drawing/2014/main" id="{DC32D707-4E39-8D44-ED6A-79198AECF66C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2" name="Rectangle: Rounded Corners 1171">
                <a:extLst>
                  <a:ext uri="{FF2B5EF4-FFF2-40B4-BE49-F238E27FC236}">
                    <a16:creationId xmlns:a16="http://schemas.microsoft.com/office/drawing/2014/main" id="{EF48F52F-84E7-DDC6-0DF5-70BBDA80F4C1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73" name="Group 1172">
                <a:extLst>
                  <a:ext uri="{FF2B5EF4-FFF2-40B4-BE49-F238E27FC236}">
                    <a16:creationId xmlns:a16="http://schemas.microsoft.com/office/drawing/2014/main" id="{63ED4650-7FDD-FF74-F204-E2498EFA32FF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179" name="Rectangle: Rounded Corners 1178">
                  <a:extLst>
                    <a:ext uri="{FF2B5EF4-FFF2-40B4-BE49-F238E27FC236}">
                      <a16:creationId xmlns:a16="http://schemas.microsoft.com/office/drawing/2014/main" id="{8FF3AC9A-4553-6401-98D5-B850AF7F933B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0" name="Rectangle: Rounded Corners 1179">
                  <a:extLst>
                    <a:ext uri="{FF2B5EF4-FFF2-40B4-BE49-F238E27FC236}">
                      <a16:creationId xmlns:a16="http://schemas.microsoft.com/office/drawing/2014/main" id="{222BA237-B6B3-7A97-E020-3C5ACA9B2E7D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1" name="Rectangle: Rounded Corners 1180">
                  <a:extLst>
                    <a:ext uri="{FF2B5EF4-FFF2-40B4-BE49-F238E27FC236}">
                      <a16:creationId xmlns:a16="http://schemas.microsoft.com/office/drawing/2014/main" id="{70F7A741-B7CC-7357-49C0-31D668B3745B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2" name="Rectangle: Rounded Corners 1181">
                  <a:extLst>
                    <a:ext uri="{FF2B5EF4-FFF2-40B4-BE49-F238E27FC236}">
                      <a16:creationId xmlns:a16="http://schemas.microsoft.com/office/drawing/2014/main" id="{12334F2D-9CD8-9781-906C-7C73E5C96CB9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74" name="Group 1173">
                <a:extLst>
                  <a:ext uri="{FF2B5EF4-FFF2-40B4-BE49-F238E27FC236}">
                    <a16:creationId xmlns:a16="http://schemas.microsoft.com/office/drawing/2014/main" id="{B469388F-435C-571F-10D6-481BB04F8141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175" name="Rectangle: Rounded Corners 1174">
                  <a:extLst>
                    <a:ext uri="{FF2B5EF4-FFF2-40B4-BE49-F238E27FC236}">
                      <a16:creationId xmlns:a16="http://schemas.microsoft.com/office/drawing/2014/main" id="{FED9B3D7-A839-07FE-D9FD-B17E3107D065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6" name="Rectangle: Rounded Corners 1175">
                  <a:extLst>
                    <a:ext uri="{FF2B5EF4-FFF2-40B4-BE49-F238E27FC236}">
                      <a16:creationId xmlns:a16="http://schemas.microsoft.com/office/drawing/2014/main" id="{4BB9FFEA-0B74-9C9E-3A80-D03D79EDBF03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7" name="Rectangle: Rounded Corners 1176">
                  <a:extLst>
                    <a:ext uri="{FF2B5EF4-FFF2-40B4-BE49-F238E27FC236}">
                      <a16:creationId xmlns:a16="http://schemas.microsoft.com/office/drawing/2014/main" id="{A87B44E1-EA10-DB07-EDFD-E2DEF67B0554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8" name="Rectangle: Rounded Corners 1177">
                  <a:extLst>
                    <a:ext uri="{FF2B5EF4-FFF2-40B4-BE49-F238E27FC236}">
                      <a16:creationId xmlns:a16="http://schemas.microsoft.com/office/drawing/2014/main" id="{C9F3189D-98FD-272E-55B8-26D9930EC525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183" name="Group 1182">
            <a:extLst>
              <a:ext uri="{FF2B5EF4-FFF2-40B4-BE49-F238E27FC236}">
                <a16:creationId xmlns:a16="http://schemas.microsoft.com/office/drawing/2014/main" id="{9DF533ED-5175-1A01-3733-ADE17B1D338E}"/>
              </a:ext>
            </a:extLst>
          </p:cNvPr>
          <p:cNvGrpSpPr>
            <a:grpSpLocks noChangeAspect="1"/>
          </p:cNvGrpSpPr>
          <p:nvPr/>
        </p:nvGrpSpPr>
        <p:grpSpPr>
          <a:xfrm>
            <a:off x="9530853" y="4317453"/>
            <a:ext cx="411851" cy="351150"/>
            <a:chOff x="3251348" y="1795096"/>
            <a:chExt cx="3827633" cy="3263516"/>
          </a:xfrm>
        </p:grpSpPr>
        <p:sp>
          <p:nvSpPr>
            <p:cNvPr id="1184" name="Rectangle 1183">
              <a:extLst>
                <a:ext uri="{FF2B5EF4-FFF2-40B4-BE49-F238E27FC236}">
                  <a16:creationId xmlns:a16="http://schemas.microsoft.com/office/drawing/2014/main" id="{5F9FB482-E088-8AC9-C50E-B784D15B7B79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85" name="Group 1184">
              <a:extLst>
                <a:ext uri="{FF2B5EF4-FFF2-40B4-BE49-F238E27FC236}">
                  <a16:creationId xmlns:a16="http://schemas.microsoft.com/office/drawing/2014/main" id="{D43DD4F9-F985-09F0-82B3-D7E7E942336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793D46B9-B1D1-8D07-7884-273EC40A18F3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AE58E53D-C59D-9598-082B-AAABDCF6BF8A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188" name="Rectangle: Rounded Corners 1187">
                <a:extLst>
                  <a:ext uri="{FF2B5EF4-FFF2-40B4-BE49-F238E27FC236}">
                    <a16:creationId xmlns:a16="http://schemas.microsoft.com/office/drawing/2014/main" id="{AA7CBC8A-5E68-E16E-8EC4-AE4059871900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9" name="Rectangle: Rounded Corners 1188">
                <a:extLst>
                  <a:ext uri="{FF2B5EF4-FFF2-40B4-BE49-F238E27FC236}">
                    <a16:creationId xmlns:a16="http://schemas.microsoft.com/office/drawing/2014/main" id="{3516B885-A6D2-5071-1DA0-28ECB0E0A07D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0" name="Rectangle: Rounded Corners 1189">
                <a:extLst>
                  <a:ext uri="{FF2B5EF4-FFF2-40B4-BE49-F238E27FC236}">
                    <a16:creationId xmlns:a16="http://schemas.microsoft.com/office/drawing/2014/main" id="{00EDD076-DE07-43A8-BC61-DD4D58189537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1" name="Rectangle: Rounded Corners 1190">
                <a:extLst>
                  <a:ext uri="{FF2B5EF4-FFF2-40B4-BE49-F238E27FC236}">
                    <a16:creationId xmlns:a16="http://schemas.microsoft.com/office/drawing/2014/main" id="{87C39CA4-FC77-412E-8002-CF22273127E3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2" name="Rectangle: Rounded Corners 1191">
                <a:extLst>
                  <a:ext uri="{FF2B5EF4-FFF2-40B4-BE49-F238E27FC236}">
                    <a16:creationId xmlns:a16="http://schemas.microsoft.com/office/drawing/2014/main" id="{5C3AABD3-788D-AEBB-5575-6B04A86442BA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4" name="Rectangle: Rounded Corners 1193">
                <a:extLst>
                  <a:ext uri="{FF2B5EF4-FFF2-40B4-BE49-F238E27FC236}">
                    <a16:creationId xmlns:a16="http://schemas.microsoft.com/office/drawing/2014/main" id="{FFDA3D29-A228-6792-22AC-D2681098C41B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8" name="Rectangle: Rounded Corners 1287">
                <a:extLst>
                  <a:ext uri="{FF2B5EF4-FFF2-40B4-BE49-F238E27FC236}">
                    <a16:creationId xmlns:a16="http://schemas.microsoft.com/office/drawing/2014/main" id="{C266F16C-25EC-4E51-6824-11102B6A4E96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9" name="Rectangle: Rounded Corners 1288">
                <a:extLst>
                  <a:ext uri="{FF2B5EF4-FFF2-40B4-BE49-F238E27FC236}">
                    <a16:creationId xmlns:a16="http://schemas.microsoft.com/office/drawing/2014/main" id="{63E28FF1-ABCD-7C88-D6E8-69D4BDE92C2A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90" name="Group 1289">
                <a:extLst>
                  <a:ext uri="{FF2B5EF4-FFF2-40B4-BE49-F238E27FC236}">
                    <a16:creationId xmlns:a16="http://schemas.microsoft.com/office/drawing/2014/main" id="{DEBFF332-180D-049D-0BC2-750E00851CC9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390" name="Rectangle: Rounded Corners 1389">
                  <a:extLst>
                    <a:ext uri="{FF2B5EF4-FFF2-40B4-BE49-F238E27FC236}">
                      <a16:creationId xmlns:a16="http://schemas.microsoft.com/office/drawing/2014/main" id="{38A40EB6-C001-7876-FFCD-F7F60DF4FA5E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2" name="Rectangle: Rounded Corners 1391">
                  <a:extLst>
                    <a:ext uri="{FF2B5EF4-FFF2-40B4-BE49-F238E27FC236}">
                      <a16:creationId xmlns:a16="http://schemas.microsoft.com/office/drawing/2014/main" id="{A9685832-D868-F796-F375-4B0E1F74B31F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1" name="Rectangle: Rounded Corners 1490">
                  <a:extLst>
                    <a:ext uri="{FF2B5EF4-FFF2-40B4-BE49-F238E27FC236}">
                      <a16:creationId xmlns:a16="http://schemas.microsoft.com/office/drawing/2014/main" id="{7A0AD098-28F3-9DF8-26C9-B02440BA14D4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2" name="Rectangle: Rounded Corners 1491">
                  <a:extLst>
                    <a:ext uri="{FF2B5EF4-FFF2-40B4-BE49-F238E27FC236}">
                      <a16:creationId xmlns:a16="http://schemas.microsoft.com/office/drawing/2014/main" id="{C04D6DD2-F92F-39A0-0070-F617C2A3E6E3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91" name="Group 1290">
                <a:extLst>
                  <a:ext uri="{FF2B5EF4-FFF2-40B4-BE49-F238E27FC236}">
                    <a16:creationId xmlns:a16="http://schemas.microsoft.com/office/drawing/2014/main" id="{903F049C-A692-90B4-D3B0-C8B0E0E6919F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293" name="Rectangle: Rounded Corners 1292">
                  <a:extLst>
                    <a:ext uri="{FF2B5EF4-FFF2-40B4-BE49-F238E27FC236}">
                      <a16:creationId xmlns:a16="http://schemas.microsoft.com/office/drawing/2014/main" id="{388E53FF-BF56-699E-5886-3E933C399714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7" name="Rectangle: Rounded Corners 1386">
                  <a:extLst>
                    <a:ext uri="{FF2B5EF4-FFF2-40B4-BE49-F238E27FC236}">
                      <a16:creationId xmlns:a16="http://schemas.microsoft.com/office/drawing/2014/main" id="{ACFCA047-54F5-6DCC-6FBD-2BA78763B560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8" name="Rectangle: Rounded Corners 1387">
                  <a:extLst>
                    <a:ext uri="{FF2B5EF4-FFF2-40B4-BE49-F238E27FC236}">
                      <a16:creationId xmlns:a16="http://schemas.microsoft.com/office/drawing/2014/main" id="{73C1B450-0EC2-D553-A084-5936A577B06B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9" name="Rectangle: Rounded Corners 1388">
                  <a:extLst>
                    <a:ext uri="{FF2B5EF4-FFF2-40B4-BE49-F238E27FC236}">
                      <a16:creationId xmlns:a16="http://schemas.microsoft.com/office/drawing/2014/main" id="{24BD8578-E4D5-CFA5-0E07-78224313690C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493" name="Group 1492">
            <a:extLst>
              <a:ext uri="{FF2B5EF4-FFF2-40B4-BE49-F238E27FC236}">
                <a16:creationId xmlns:a16="http://schemas.microsoft.com/office/drawing/2014/main" id="{E8ADE899-267F-9505-AFE7-81FBE677523E}"/>
              </a:ext>
            </a:extLst>
          </p:cNvPr>
          <p:cNvGrpSpPr>
            <a:grpSpLocks noChangeAspect="1"/>
          </p:cNvGrpSpPr>
          <p:nvPr/>
        </p:nvGrpSpPr>
        <p:grpSpPr>
          <a:xfrm>
            <a:off x="9530853" y="2562167"/>
            <a:ext cx="411851" cy="351150"/>
            <a:chOff x="3251348" y="1795096"/>
            <a:chExt cx="3827633" cy="3263516"/>
          </a:xfrm>
        </p:grpSpPr>
        <p:sp>
          <p:nvSpPr>
            <p:cNvPr id="1494" name="Rectangle 1493">
              <a:extLst>
                <a:ext uri="{FF2B5EF4-FFF2-40B4-BE49-F238E27FC236}">
                  <a16:creationId xmlns:a16="http://schemas.microsoft.com/office/drawing/2014/main" id="{86464AAE-444C-AA75-784B-55BED2BE02A2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96" name="Group 1495">
              <a:extLst>
                <a:ext uri="{FF2B5EF4-FFF2-40B4-BE49-F238E27FC236}">
                  <a16:creationId xmlns:a16="http://schemas.microsoft.com/office/drawing/2014/main" id="{4B1B1F61-DF09-DF9F-0434-B77FE6E4EF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AF4F399-E58F-7406-808C-0FBF66A45E48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66322F4F-B623-0377-EAE6-A3C61642B8EF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499" name="Rectangle: Rounded Corners 1498">
                <a:extLst>
                  <a:ext uri="{FF2B5EF4-FFF2-40B4-BE49-F238E27FC236}">
                    <a16:creationId xmlns:a16="http://schemas.microsoft.com/office/drawing/2014/main" id="{1819FF67-6C83-403C-15B1-6D8CC736F5B4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0" name="Rectangle: Rounded Corners 1499">
                <a:extLst>
                  <a:ext uri="{FF2B5EF4-FFF2-40B4-BE49-F238E27FC236}">
                    <a16:creationId xmlns:a16="http://schemas.microsoft.com/office/drawing/2014/main" id="{2D07D3AC-7CFE-5C4C-399D-43EBE688A980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1" name="Rectangle: Rounded Corners 1500">
                <a:extLst>
                  <a:ext uri="{FF2B5EF4-FFF2-40B4-BE49-F238E27FC236}">
                    <a16:creationId xmlns:a16="http://schemas.microsoft.com/office/drawing/2014/main" id="{66F5519B-3EF8-43F2-4E20-D7F9FCBD1E34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2" name="Rectangle: Rounded Corners 1501">
                <a:extLst>
                  <a:ext uri="{FF2B5EF4-FFF2-40B4-BE49-F238E27FC236}">
                    <a16:creationId xmlns:a16="http://schemas.microsoft.com/office/drawing/2014/main" id="{140618ED-9D88-B5C5-7D69-52612F9FA0C8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3" name="Rectangle: Rounded Corners 1502">
                <a:extLst>
                  <a:ext uri="{FF2B5EF4-FFF2-40B4-BE49-F238E27FC236}">
                    <a16:creationId xmlns:a16="http://schemas.microsoft.com/office/drawing/2014/main" id="{922A3506-0F94-B5FC-18E9-79770FEF12D1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4" name="Rectangle: Rounded Corners 1503">
                <a:extLst>
                  <a:ext uri="{FF2B5EF4-FFF2-40B4-BE49-F238E27FC236}">
                    <a16:creationId xmlns:a16="http://schemas.microsoft.com/office/drawing/2014/main" id="{03CB1E5C-0778-F5B7-ADFA-5561DEC3F9CA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5" name="Rectangle: Rounded Corners 1504">
                <a:extLst>
                  <a:ext uri="{FF2B5EF4-FFF2-40B4-BE49-F238E27FC236}">
                    <a16:creationId xmlns:a16="http://schemas.microsoft.com/office/drawing/2014/main" id="{60E539BA-DBE2-1F75-6AB7-8C3AABD85961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6" name="Rectangle: Rounded Corners 1505">
                <a:extLst>
                  <a:ext uri="{FF2B5EF4-FFF2-40B4-BE49-F238E27FC236}">
                    <a16:creationId xmlns:a16="http://schemas.microsoft.com/office/drawing/2014/main" id="{A4EBF70C-FD0B-23DD-0E28-FAEDA748001F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07" name="Group 1506">
                <a:extLst>
                  <a:ext uri="{FF2B5EF4-FFF2-40B4-BE49-F238E27FC236}">
                    <a16:creationId xmlns:a16="http://schemas.microsoft.com/office/drawing/2014/main" id="{7C4B13F5-E79E-DBE0-3634-F8A1130F9EDE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513" name="Rectangle: Rounded Corners 1512">
                  <a:extLst>
                    <a:ext uri="{FF2B5EF4-FFF2-40B4-BE49-F238E27FC236}">
                      <a16:creationId xmlns:a16="http://schemas.microsoft.com/office/drawing/2014/main" id="{2FDF5709-0D7B-92DA-41A4-ADCD0F6F4364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1" name="Rectangle: Rounded Corners 1530">
                  <a:extLst>
                    <a:ext uri="{FF2B5EF4-FFF2-40B4-BE49-F238E27FC236}">
                      <a16:creationId xmlns:a16="http://schemas.microsoft.com/office/drawing/2014/main" id="{9651738D-143B-7A7B-F403-B644B79F5B8C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2" name="Rectangle: Rounded Corners 1531">
                  <a:extLst>
                    <a:ext uri="{FF2B5EF4-FFF2-40B4-BE49-F238E27FC236}">
                      <a16:creationId xmlns:a16="http://schemas.microsoft.com/office/drawing/2014/main" id="{FB496C71-A2F2-820E-FB0B-2059F0C47D5D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3" name="Rectangle: Rounded Corners 1532">
                  <a:extLst>
                    <a:ext uri="{FF2B5EF4-FFF2-40B4-BE49-F238E27FC236}">
                      <a16:creationId xmlns:a16="http://schemas.microsoft.com/office/drawing/2014/main" id="{30DC5E8F-A781-DD55-CC02-1E7C77FC6B1D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08" name="Group 1507">
                <a:extLst>
                  <a:ext uri="{FF2B5EF4-FFF2-40B4-BE49-F238E27FC236}">
                    <a16:creationId xmlns:a16="http://schemas.microsoft.com/office/drawing/2014/main" id="{198C057E-E453-E495-8119-E998343FB629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509" name="Rectangle: Rounded Corners 1508">
                  <a:extLst>
                    <a:ext uri="{FF2B5EF4-FFF2-40B4-BE49-F238E27FC236}">
                      <a16:creationId xmlns:a16="http://schemas.microsoft.com/office/drawing/2014/main" id="{A410AE92-9094-8998-AACD-E5C3D20CA3D2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0" name="Rectangle: Rounded Corners 1509">
                  <a:extLst>
                    <a:ext uri="{FF2B5EF4-FFF2-40B4-BE49-F238E27FC236}">
                      <a16:creationId xmlns:a16="http://schemas.microsoft.com/office/drawing/2014/main" id="{BBCFE011-107B-33FB-0914-57140330454E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1" name="Rectangle: Rounded Corners 1510">
                  <a:extLst>
                    <a:ext uri="{FF2B5EF4-FFF2-40B4-BE49-F238E27FC236}">
                      <a16:creationId xmlns:a16="http://schemas.microsoft.com/office/drawing/2014/main" id="{65CF9947-3C30-9824-A3C6-3227A2642C54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2" name="Rectangle: Rounded Corners 1511">
                  <a:extLst>
                    <a:ext uri="{FF2B5EF4-FFF2-40B4-BE49-F238E27FC236}">
                      <a16:creationId xmlns:a16="http://schemas.microsoft.com/office/drawing/2014/main" id="{81895958-A51C-F339-D1F7-E42146C04C0B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534" name="Group 1533">
            <a:extLst>
              <a:ext uri="{FF2B5EF4-FFF2-40B4-BE49-F238E27FC236}">
                <a16:creationId xmlns:a16="http://schemas.microsoft.com/office/drawing/2014/main" id="{249653E3-FD51-A15D-E0A0-C3DDE81AC2EA}"/>
              </a:ext>
            </a:extLst>
          </p:cNvPr>
          <p:cNvGrpSpPr>
            <a:grpSpLocks noChangeAspect="1"/>
          </p:cNvGrpSpPr>
          <p:nvPr/>
        </p:nvGrpSpPr>
        <p:grpSpPr>
          <a:xfrm>
            <a:off x="9530853" y="806881"/>
            <a:ext cx="411851" cy="351150"/>
            <a:chOff x="3251348" y="1795096"/>
            <a:chExt cx="3827633" cy="3263516"/>
          </a:xfrm>
        </p:grpSpPr>
        <p:sp>
          <p:nvSpPr>
            <p:cNvPr id="1535" name="Rectangle 1534">
              <a:extLst>
                <a:ext uri="{FF2B5EF4-FFF2-40B4-BE49-F238E27FC236}">
                  <a16:creationId xmlns:a16="http://schemas.microsoft.com/office/drawing/2014/main" id="{BA9EA8A1-E212-05CD-FBFB-22265FA5AEBB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36" name="Group 1535">
              <a:extLst>
                <a:ext uri="{FF2B5EF4-FFF2-40B4-BE49-F238E27FC236}">
                  <a16:creationId xmlns:a16="http://schemas.microsoft.com/office/drawing/2014/main" id="{B78B20F1-2307-8555-B1CE-476585B91B4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57A0C067-BA9B-BBFB-D9FF-26084F965FCD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133259F2-260E-B4C9-CB9C-6907C916FEDA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539" name="Rectangle: Rounded Corners 1538">
                <a:extLst>
                  <a:ext uri="{FF2B5EF4-FFF2-40B4-BE49-F238E27FC236}">
                    <a16:creationId xmlns:a16="http://schemas.microsoft.com/office/drawing/2014/main" id="{18455D69-9E73-70CC-25FF-FD2664D5E418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0" name="Rectangle: Rounded Corners 1539">
                <a:extLst>
                  <a:ext uri="{FF2B5EF4-FFF2-40B4-BE49-F238E27FC236}">
                    <a16:creationId xmlns:a16="http://schemas.microsoft.com/office/drawing/2014/main" id="{7C32B8ED-4699-1FD3-60E6-93870A18860D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1" name="Rectangle: Rounded Corners 1540">
                <a:extLst>
                  <a:ext uri="{FF2B5EF4-FFF2-40B4-BE49-F238E27FC236}">
                    <a16:creationId xmlns:a16="http://schemas.microsoft.com/office/drawing/2014/main" id="{4122B848-BD15-A65F-66E0-88B0463470F6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2" name="Rectangle: Rounded Corners 1541">
                <a:extLst>
                  <a:ext uri="{FF2B5EF4-FFF2-40B4-BE49-F238E27FC236}">
                    <a16:creationId xmlns:a16="http://schemas.microsoft.com/office/drawing/2014/main" id="{6C7A5965-19AF-B563-0E26-AA9675169498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3" name="Rectangle: Rounded Corners 1542">
                <a:extLst>
                  <a:ext uri="{FF2B5EF4-FFF2-40B4-BE49-F238E27FC236}">
                    <a16:creationId xmlns:a16="http://schemas.microsoft.com/office/drawing/2014/main" id="{E69DA947-5706-E0D2-6C62-D4F714EDC968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4" name="Rectangle: Rounded Corners 1543">
                <a:extLst>
                  <a:ext uri="{FF2B5EF4-FFF2-40B4-BE49-F238E27FC236}">
                    <a16:creationId xmlns:a16="http://schemas.microsoft.com/office/drawing/2014/main" id="{0BACDD0A-4CD2-B736-42A5-3940FCBD6F40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5" name="Rectangle: Rounded Corners 1544">
                <a:extLst>
                  <a:ext uri="{FF2B5EF4-FFF2-40B4-BE49-F238E27FC236}">
                    <a16:creationId xmlns:a16="http://schemas.microsoft.com/office/drawing/2014/main" id="{DE6E1DD9-94D7-DA1F-3C5F-61EA3C199486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6" name="Rectangle: Rounded Corners 1545">
                <a:extLst>
                  <a:ext uri="{FF2B5EF4-FFF2-40B4-BE49-F238E27FC236}">
                    <a16:creationId xmlns:a16="http://schemas.microsoft.com/office/drawing/2014/main" id="{1C4A2B2A-B0BA-8A25-F159-DC959D12B449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47" name="Group 1546">
                <a:extLst>
                  <a:ext uri="{FF2B5EF4-FFF2-40B4-BE49-F238E27FC236}">
                    <a16:creationId xmlns:a16="http://schemas.microsoft.com/office/drawing/2014/main" id="{A33AF1F9-6A3A-1F55-E7E5-3AF074F3D4D6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553" name="Rectangle: Rounded Corners 1552">
                  <a:extLst>
                    <a:ext uri="{FF2B5EF4-FFF2-40B4-BE49-F238E27FC236}">
                      <a16:creationId xmlns:a16="http://schemas.microsoft.com/office/drawing/2014/main" id="{BF960641-5C36-42A1-9D23-B1F2D3044274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4" name="Rectangle: Rounded Corners 1553">
                  <a:extLst>
                    <a:ext uri="{FF2B5EF4-FFF2-40B4-BE49-F238E27FC236}">
                      <a16:creationId xmlns:a16="http://schemas.microsoft.com/office/drawing/2014/main" id="{E2C7A4C6-E981-AA6D-8AF4-9887E951D93D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5" name="Rectangle: Rounded Corners 1554">
                  <a:extLst>
                    <a:ext uri="{FF2B5EF4-FFF2-40B4-BE49-F238E27FC236}">
                      <a16:creationId xmlns:a16="http://schemas.microsoft.com/office/drawing/2014/main" id="{79CE0762-C316-8F04-C7D1-456D37CFEB4C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6" name="Rectangle: Rounded Corners 1555">
                  <a:extLst>
                    <a:ext uri="{FF2B5EF4-FFF2-40B4-BE49-F238E27FC236}">
                      <a16:creationId xmlns:a16="http://schemas.microsoft.com/office/drawing/2014/main" id="{DEACEA50-CCA4-D26C-7AB9-F9770BBBB82A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48" name="Group 1547">
                <a:extLst>
                  <a:ext uri="{FF2B5EF4-FFF2-40B4-BE49-F238E27FC236}">
                    <a16:creationId xmlns:a16="http://schemas.microsoft.com/office/drawing/2014/main" id="{0FB2CF1C-3764-09F2-EDA6-B6458A481D7B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549" name="Rectangle: Rounded Corners 1548">
                  <a:extLst>
                    <a:ext uri="{FF2B5EF4-FFF2-40B4-BE49-F238E27FC236}">
                      <a16:creationId xmlns:a16="http://schemas.microsoft.com/office/drawing/2014/main" id="{980AF162-3552-8DA5-3EDF-ADA158F359C8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0" name="Rectangle: Rounded Corners 1549">
                  <a:extLst>
                    <a:ext uri="{FF2B5EF4-FFF2-40B4-BE49-F238E27FC236}">
                      <a16:creationId xmlns:a16="http://schemas.microsoft.com/office/drawing/2014/main" id="{B27A5581-96A6-3F6F-8D03-04DECEB1742E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1" name="Rectangle: Rounded Corners 1550">
                  <a:extLst>
                    <a:ext uri="{FF2B5EF4-FFF2-40B4-BE49-F238E27FC236}">
                      <a16:creationId xmlns:a16="http://schemas.microsoft.com/office/drawing/2014/main" id="{89823406-4BAD-1B28-8768-7F109D3D43A5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2" name="Rectangle: Rounded Corners 1551">
                  <a:extLst>
                    <a:ext uri="{FF2B5EF4-FFF2-40B4-BE49-F238E27FC236}">
                      <a16:creationId xmlns:a16="http://schemas.microsoft.com/office/drawing/2014/main" id="{36EBD311-2FBA-111D-4B63-3EB53FC1BBA9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1557" name="Rectangle: Rounded Corners 1556">
            <a:extLst>
              <a:ext uri="{FF2B5EF4-FFF2-40B4-BE49-F238E27FC236}">
                <a16:creationId xmlns:a16="http://schemas.microsoft.com/office/drawing/2014/main" id="{7CF81F57-6B65-585E-81A8-588E35C73BDD}"/>
              </a:ext>
            </a:extLst>
          </p:cNvPr>
          <p:cNvSpPr/>
          <p:nvPr/>
        </p:nvSpPr>
        <p:spPr>
          <a:xfrm>
            <a:off x="9435860" y="736167"/>
            <a:ext cx="601448" cy="5739938"/>
          </a:xfrm>
          <a:prstGeom prst="round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8" name="TextBox 1557">
            <a:extLst>
              <a:ext uri="{FF2B5EF4-FFF2-40B4-BE49-F238E27FC236}">
                <a16:creationId xmlns:a16="http://schemas.microsoft.com/office/drawing/2014/main" id="{E6A1384A-9798-56C9-B594-6010737345A5}"/>
              </a:ext>
            </a:extLst>
          </p:cNvPr>
          <p:cNvSpPr txBox="1"/>
          <p:nvPr/>
        </p:nvSpPr>
        <p:spPr>
          <a:xfrm rot="16200000">
            <a:off x="5822320" y="688282"/>
            <a:ext cx="5437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Server</a:t>
            </a:r>
          </a:p>
        </p:txBody>
      </p:sp>
      <p:sp>
        <p:nvSpPr>
          <p:cNvPr id="1559" name="TextBox 1558">
            <a:extLst>
              <a:ext uri="{FF2B5EF4-FFF2-40B4-BE49-F238E27FC236}">
                <a16:creationId xmlns:a16="http://schemas.microsoft.com/office/drawing/2014/main" id="{7B6BB7DE-138B-F51B-6CD8-3BFE8ABA933B}"/>
              </a:ext>
            </a:extLst>
          </p:cNvPr>
          <p:cNvSpPr txBox="1"/>
          <p:nvPr/>
        </p:nvSpPr>
        <p:spPr>
          <a:xfrm rot="16200000">
            <a:off x="5809707" y="2417641"/>
            <a:ext cx="5437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Server</a:t>
            </a:r>
          </a:p>
        </p:txBody>
      </p:sp>
      <p:sp>
        <p:nvSpPr>
          <p:cNvPr id="1560" name="TextBox 1559">
            <a:extLst>
              <a:ext uri="{FF2B5EF4-FFF2-40B4-BE49-F238E27FC236}">
                <a16:creationId xmlns:a16="http://schemas.microsoft.com/office/drawing/2014/main" id="{CDAEC9A5-C4EA-843E-2F28-7144D7C61BDE}"/>
              </a:ext>
            </a:extLst>
          </p:cNvPr>
          <p:cNvSpPr txBox="1"/>
          <p:nvPr/>
        </p:nvSpPr>
        <p:spPr>
          <a:xfrm rot="16200000">
            <a:off x="5825821" y="4203791"/>
            <a:ext cx="5437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Server</a:t>
            </a:r>
          </a:p>
        </p:txBody>
      </p:sp>
      <p:sp>
        <p:nvSpPr>
          <p:cNvPr id="1561" name="TextBox 1560">
            <a:extLst>
              <a:ext uri="{FF2B5EF4-FFF2-40B4-BE49-F238E27FC236}">
                <a16:creationId xmlns:a16="http://schemas.microsoft.com/office/drawing/2014/main" id="{B7F3BDE7-A8FC-A12D-A9D6-3885AFACCAF6}"/>
              </a:ext>
            </a:extLst>
          </p:cNvPr>
          <p:cNvSpPr txBox="1"/>
          <p:nvPr/>
        </p:nvSpPr>
        <p:spPr>
          <a:xfrm rot="16200000">
            <a:off x="5822320" y="5956156"/>
            <a:ext cx="5437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Server</a:t>
            </a:r>
          </a:p>
        </p:txBody>
      </p:sp>
      <p:grpSp>
        <p:nvGrpSpPr>
          <p:cNvPr id="1562" name="Group 1561">
            <a:extLst>
              <a:ext uri="{FF2B5EF4-FFF2-40B4-BE49-F238E27FC236}">
                <a16:creationId xmlns:a16="http://schemas.microsoft.com/office/drawing/2014/main" id="{A101A827-A097-1BC2-A720-7952B90DEC5A}"/>
              </a:ext>
            </a:extLst>
          </p:cNvPr>
          <p:cNvGrpSpPr/>
          <p:nvPr/>
        </p:nvGrpSpPr>
        <p:grpSpPr>
          <a:xfrm>
            <a:off x="7486650" y="1152525"/>
            <a:ext cx="3769256" cy="1385888"/>
            <a:chOff x="7486650" y="1152525"/>
            <a:chExt cx="3769256" cy="1385888"/>
          </a:xfrm>
        </p:grpSpPr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CC8BEE12-7131-3AC1-0C04-CA6B30CD7238}"/>
                </a:ext>
              </a:extLst>
            </p:cNvPr>
            <p:cNvSpPr/>
            <p:nvPr/>
          </p:nvSpPr>
          <p:spPr>
            <a:xfrm>
              <a:off x="7486650" y="1152525"/>
              <a:ext cx="3480289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0E6C1B27-403C-CF89-D30D-E5B275C2B642}"/>
                </a:ext>
              </a:extLst>
            </p:cNvPr>
            <p:cNvSpPr/>
            <p:nvPr/>
          </p:nvSpPr>
          <p:spPr>
            <a:xfrm>
              <a:off x="8285185" y="1152525"/>
              <a:ext cx="2776747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5323F644-89A3-433B-9708-46BB83A5A9CC}"/>
                </a:ext>
              </a:extLst>
            </p:cNvPr>
            <p:cNvSpPr/>
            <p:nvPr/>
          </p:nvSpPr>
          <p:spPr>
            <a:xfrm>
              <a:off x="9014013" y="1152525"/>
              <a:ext cx="2134657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67EAFE8-E8E4-851C-EF15-42330C8CCC27}"/>
                </a:ext>
              </a:extLst>
            </p:cNvPr>
            <p:cNvSpPr/>
            <p:nvPr/>
          </p:nvSpPr>
          <p:spPr>
            <a:xfrm>
              <a:off x="9731084" y="1152525"/>
              <a:ext cx="1524822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67" name="Group 1566">
            <a:extLst>
              <a:ext uri="{FF2B5EF4-FFF2-40B4-BE49-F238E27FC236}">
                <a16:creationId xmlns:a16="http://schemas.microsoft.com/office/drawing/2014/main" id="{81059AD9-BE00-A007-4215-40B3EFCBBB1A}"/>
              </a:ext>
            </a:extLst>
          </p:cNvPr>
          <p:cNvGrpSpPr/>
          <p:nvPr/>
        </p:nvGrpSpPr>
        <p:grpSpPr>
          <a:xfrm>
            <a:off x="7484263" y="2913192"/>
            <a:ext cx="3769256" cy="1385888"/>
            <a:chOff x="7486650" y="1152525"/>
            <a:chExt cx="3769256" cy="1385888"/>
          </a:xfrm>
        </p:grpSpPr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18CA87ED-CBB5-B530-F3CC-EEC9F4D5BA80}"/>
                </a:ext>
              </a:extLst>
            </p:cNvPr>
            <p:cNvSpPr/>
            <p:nvPr/>
          </p:nvSpPr>
          <p:spPr>
            <a:xfrm>
              <a:off x="7486650" y="1152525"/>
              <a:ext cx="3480289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6552619D-4F00-CDC0-DD0A-2B0F4143AC4D}"/>
                </a:ext>
              </a:extLst>
            </p:cNvPr>
            <p:cNvSpPr/>
            <p:nvPr/>
          </p:nvSpPr>
          <p:spPr>
            <a:xfrm>
              <a:off x="8285185" y="1152525"/>
              <a:ext cx="2776747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7CFC4B4E-FAF3-03AD-8651-5B820F00BFF7}"/>
                </a:ext>
              </a:extLst>
            </p:cNvPr>
            <p:cNvSpPr/>
            <p:nvPr/>
          </p:nvSpPr>
          <p:spPr>
            <a:xfrm>
              <a:off x="9014013" y="1152525"/>
              <a:ext cx="2134657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73278259-F6BD-303A-0F21-3D92BC470F51}"/>
                </a:ext>
              </a:extLst>
            </p:cNvPr>
            <p:cNvSpPr/>
            <p:nvPr/>
          </p:nvSpPr>
          <p:spPr>
            <a:xfrm>
              <a:off x="9731084" y="1152525"/>
              <a:ext cx="1524822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72" name="Group 1571">
            <a:extLst>
              <a:ext uri="{FF2B5EF4-FFF2-40B4-BE49-F238E27FC236}">
                <a16:creationId xmlns:a16="http://schemas.microsoft.com/office/drawing/2014/main" id="{7E1A4E9E-52C4-FE0F-8357-006C83F0BB77}"/>
              </a:ext>
            </a:extLst>
          </p:cNvPr>
          <p:cNvGrpSpPr/>
          <p:nvPr/>
        </p:nvGrpSpPr>
        <p:grpSpPr>
          <a:xfrm>
            <a:off x="7484263" y="4675854"/>
            <a:ext cx="3769256" cy="1385888"/>
            <a:chOff x="7486650" y="1152525"/>
            <a:chExt cx="3769256" cy="1385888"/>
          </a:xfrm>
        </p:grpSpPr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4A25FB43-9797-41EF-4852-971EBFC55992}"/>
                </a:ext>
              </a:extLst>
            </p:cNvPr>
            <p:cNvSpPr/>
            <p:nvPr/>
          </p:nvSpPr>
          <p:spPr>
            <a:xfrm>
              <a:off x="7486650" y="1152525"/>
              <a:ext cx="3480289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1A966950-179A-7F6C-593E-2E8807E5F312}"/>
                </a:ext>
              </a:extLst>
            </p:cNvPr>
            <p:cNvSpPr/>
            <p:nvPr/>
          </p:nvSpPr>
          <p:spPr>
            <a:xfrm>
              <a:off x="8285185" y="1152525"/>
              <a:ext cx="2776747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ACAFEE4A-5F85-6C71-1C89-49593E121D22}"/>
                </a:ext>
              </a:extLst>
            </p:cNvPr>
            <p:cNvSpPr/>
            <p:nvPr/>
          </p:nvSpPr>
          <p:spPr>
            <a:xfrm>
              <a:off x="9014013" y="1152525"/>
              <a:ext cx="2134657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706C3148-BC93-E0BF-6EF4-D73415B73506}"/>
                </a:ext>
              </a:extLst>
            </p:cNvPr>
            <p:cNvSpPr/>
            <p:nvPr/>
          </p:nvSpPr>
          <p:spPr>
            <a:xfrm>
              <a:off x="9731084" y="1152525"/>
              <a:ext cx="1524822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77" name="Rectangle: Rounded Corners 1576">
            <a:extLst>
              <a:ext uri="{FF2B5EF4-FFF2-40B4-BE49-F238E27FC236}">
                <a16:creationId xmlns:a16="http://schemas.microsoft.com/office/drawing/2014/main" id="{44C591F6-D806-7492-43C0-B4C08612596E}"/>
              </a:ext>
            </a:extLst>
          </p:cNvPr>
          <p:cNvSpPr/>
          <p:nvPr/>
        </p:nvSpPr>
        <p:spPr>
          <a:xfrm rot="16200000">
            <a:off x="8448092" y="3400776"/>
            <a:ext cx="5325362" cy="48031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78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70C0"/>
                </a:solidFill>
              </a:rPr>
              <a:t>Ethernet </a:t>
            </a:r>
          </a:p>
        </p:txBody>
      </p:sp>
      <p:sp>
        <p:nvSpPr>
          <p:cNvPr id="1578" name="TextBox 1577">
            <a:extLst>
              <a:ext uri="{FF2B5EF4-FFF2-40B4-BE49-F238E27FC236}">
                <a16:creationId xmlns:a16="http://schemas.microsoft.com/office/drawing/2014/main" id="{753CEDCF-3F91-5FB5-3FC9-748B9C3597A9}"/>
              </a:ext>
            </a:extLst>
          </p:cNvPr>
          <p:cNvSpPr txBox="1"/>
          <p:nvPr/>
        </p:nvSpPr>
        <p:spPr>
          <a:xfrm>
            <a:off x="10831690" y="728890"/>
            <a:ext cx="5581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Switch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998EEA5-BDC0-B5E4-30EB-C9D18AA0934B}"/>
              </a:ext>
            </a:extLst>
          </p:cNvPr>
          <p:cNvGrpSpPr/>
          <p:nvPr/>
        </p:nvGrpSpPr>
        <p:grpSpPr>
          <a:xfrm>
            <a:off x="3602284" y="1273056"/>
            <a:ext cx="894797" cy="572294"/>
            <a:chOff x="3617019" y="3013602"/>
            <a:chExt cx="894797" cy="57229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1A1340E-2642-0959-0620-6DA8D0A69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79291" y="3071002"/>
              <a:ext cx="757950" cy="514894"/>
            </a:xfrm>
            <a:prstGeom prst="rect">
              <a:avLst/>
            </a:prstGeom>
          </p:spPr>
        </p:pic>
        <p:sp>
          <p:nvSpPr>
            <p:cNvPr id="14" name="TextBox 2000">
              <a:extLst>
                <a:ext uri="{FF2B5EF4-FFF2-40B4-BE49-F238E27FC236}">
                  <a16:creationId xmlns:a16="http://schemas.microsoft.com/office/drawing/2014/main" id="{23197A76-596F-442A-FB72-A35EB6F9189A}"/>
                </a:ext>
              </a:extLst>
            </p:cNvPr>
            <p:cNvSpPr txBox="1"/>
            <p:nvPr/>
          </p:nvSpPr>
          <p:spPr>
            <a:xfrm>
              <a:off x="3617019" y="3013602"/>
              <a:ext cx="89479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00B050"/>
                  </a:solidFill>
                </a:rPr>
                <a:t>Infiniband NDR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998EEA5-BDC0-B5E4-30EB-C9D18AA0934B}"/>
              </a:ext>
            </a:extLst>
          </p:cNvPr>
          <p:cNvGrpSpPr/>
          <p:nvPr/>
        </p:nvGrpSpPr>
        <p:grpSpPr>
          <a:xfrm>
            <a:off x="3602284" y="2614255"/>
            <a:ext cx="894797" cy="572294"/>
            <a:chOff x="3617019" y="3013602"/>
            <a:chExt cx="894797" cy="572294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1A1340E-2642-0959-0620-6DA8D0A69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79291" y="3071002"/>
              <a:ext cx="757950" cy="514894"/>
            </a:xfrm>
            <a:prstGeom prst="rect">
              <a:avLst/>
            </a:prstGeom>
          </p:spPr>
        </p:pic>
        <p:sp>
          <p:nvSpPr>
            <p:cNvPr id="43" name="TextBox 2000">
              <a:extLst>
                <a:ext uri="{FF2B5EF4-FFF2-40B4-BE49-F238E27FC236}">
                  <a16:creationId xmlns:a16="http://schemas.microsoft.com/office/drawing/2014/main" id="{23197A76-596F-442A-FB72-A35EB6F9189A}"/>
                </a:ext>
              </a:extLst>
            </p:cNvPr>
            <p:cNvSpPr txBox="1"/>
            <p:nvPr/>
          </p:nvSpPr>
          <p:spPr>
            <a:xfrm>
              <a:off x="3617019" y="3013602"/>
              <a:ext cx="89479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00B050"/>
                  </a:solidFill>
                </a:rPr>
                <a:t>Infiniband NDR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998EEA5-BDC0-B5E4-30EB-C9D18AA0934B}"/>
              </a:ext>
            </a:extLst>
          </p:cNvPr>
          <p:cNvGrpSpPr/>
          <p:nvPr/>
        </p:nvGrpSpPr>
        <p:grpSpPr>
          <a:xfrm>
            <a:off x="3602284" y="3984663"/>
            <a:ext cx="894797" cy="572294"/>
            <a:chOff x="3617019" y="3013602"/>
            <a:chExt cx="894797" cy="572294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41A1340E-2642-0959-0620-6DA8D0A69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79291" y="3071002"/>
              <a:ext cx="757950" cy="514894"/>
            </a:xfrm>
            <a:prstGeom prst="rect">
              <a:avLst/>
            </a:prstGeom>
          </p:spPr>
        </p:pic>
        <p:sp>
          <p:nvSpPr>
            <p:cNvPr id="47" name="TextBox 2000">
              <a:extLst>
                <a:ext uri="{FF2B5EF4-FFF2-40B4-BE49-F238E27FC236}">
                  <a16:creationId xmlns:a16="http://schemas.microsoft.com/office/drawing/2014/main" id="{23197A76-596F-442A-FB72-A35EB6F9189A}"/>
                </a:ext>
              </a:extLst>
            </p:cNvPr>
            <p:cNvSpPr txBox="1"/>
            <p:nvPr/>
          </p:nvSpPr>
          <p:spPr>
            <a:xfrm>
              <a:off x="3617019" y="3013602"/>
              <a:ext cx="89479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00B050"/>
                  </a:solidFill>
                </a:rPr>
                <a:t>Infiniband NDR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998EEA5-BDC0-B5E4-30EB-C9D18AA0934B}"/>
              </a:ext>
            </a:extLst>
          </p:cNvPr>
          <p:cNvGrpSpPr/>
          <p:nvPr/>
        </p:nvGrpSpPr>
        <p:grpSpPr>
          <a:xfrm>
            <a:off x="3602284" y="5339348"/>
            <a:ext cx="894797" cy="572294"/>
            <a:chOff x="3617019" y="3013602"/>
            <a:chExt cx="894797" cy="572294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41A1340E-2642-0959-0620-6DA8D0A69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79291" y="3071002"/>
              <a:ext cx="757950" cy="514894"/>
            </a:xfrm>
            <a:prstGeom prst="rect">
              <a:avLst/>
            </a:prstGeom>
          </p:spPr>
        </p:pic>
        <p:sp>
          <p:nvSpPr>
            <p:cNvPr id="50" name="TextBox 2000">
              <a:extLst>
                <a:ext uri="{FF2B5EF4-FFF2-40B4-BE49-F238E27FC236}">
                  <a16:creationId xmlns:a16="http://schemas.microsoft.com/office/drawing/2014/main" id="{23197A76-596F-442A-FB72-A35EB6F9189A}"/>
                </a:ext>
              </a:extLst>
            </p:cNvPr>
            <p:cNvSpPr txBox="1"/>
            <p:nvPr/>
          </p:nvSpPr>
          <p:spPr>
            <a:xfrm>
              <a:off x="3617019" y="3013602"/>
              <a:ext cx="89479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00B050"/>
                  </a:solidFill>
                </a:rPr>
                <a:t>Infiniband NDR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998EEA5-BDC0-B5E4-30EB-C9D18AA0934B}"/>
              </a:ext>
            </a:extLst>
          </p:cNvPr>
          <p:cNvGrpSpPr/>
          <p:nvPr/>
        </p:nvGrpSpPr>
        <p:grpSpPr>
          <a:xfrm>
            <a:off x="6260716" y="667243"/>
            <a:ext cx="894797" cy="572294"/>
            <a:chOff x="3617019" y="3013602"/>
            <a:chExt cx="894797" cy="572294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41A1340E-2642-0959-0620-6DA8D0A69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79291" y="3071002"/>
              <a:ext cx="757950" cy="514894"/>
            </a:xfrm>
            <a:prstGeom prst="rect">
              <a:avLst/>
            </a:prstGeom>
          </p:spPr>
        </p:pic>
        <p:sp>
          <p:nvSpPr>
            <p:cNvPr id="54" name="TextBox 2000">
              <a:extLst>
                <a:ext uri="{FF2B5EF4-FFF2-40B4-BE49-F238E27FC236}">
                  <a16:creationId xmlns:a16="http://schemas.microsoft.com/office/drawing/2014/main" id="{23197A76-596F-442A-FB72-A35EB6F9189A}"/>
                </a:ext>
              </a:extLst>
            </p:cNvPr>
            <p:cNvSpPr txBox="1"/>
            <p:nvPr/>
          </p:nvSpPr>
          <p:spPr>
            <a:xfrm>
              <a:off x="3617019" y="3013602"/>
              <a:ext cx="89479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00B050"/>
                  </a:solidFill>
                </a:rPr>
                <a:t>Infiniband NDR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998EEA5-BDC0-B5E4-30EB-C9D18AA0934B}"/>
              </a:ext>
            </a:extLst>
          </p:cNvPr>
          <p:cNvGrpSpPr/>
          <p:nvPr/>
        </p:nvGrpSpPr>
        <p:grpSpPr>
          <a:xfrm>
            <a:off x="6260716" y="2414007"/>
            <a:ext cx="894797" cy="572294"/>
            <a:chOff x="3617019" y="3013602"/>
            <a:chExt cx="894797" cy="572294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41A1340E-2642-0959-0620-6DA8D0A69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79291" y="3071002"/>
              <a:ext cx="757950" cy="514894"/>
            </a:xfrm>
            <a:prstGeom prst="rect">
              <a:avLst/>
            </a:prstGeom>
          </p:spPr>
        </p:pic>
        <p:sp>
          <p:nvSpPr>
            <p:cNvPr id="57" name="TextBox 2000">
              <a:extLst>
                <a:ext uri="{FF2B5EF4-FFF2-40B4-BE49-F238E27FC236}">
                  <a16:creationId xmlns:a16="http://schemas.microsoft.com/office/drawing/2014/main" id="{23197A76-596F-442A-FB72-A35EB6F9189A}"/>
                </a:ext>
              </a:extLst>
            </p:cNvPr>
            <p:cNvSpPr txBox="1"/>
            <p:nvPr/>
          </p:nvSpPr>
          <p:spPr>
            <a:xfrm>
              <a:off x="3617019" y="3013602"/>
              <a:ext cx="89479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00B050"/>
                  </a:solidFill>
                </a:rPr>
                <a:t>Infiniband NDR</a:t>
              </a:r>
            </a:p>
          </p:txBody>
        </p:sp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F998EEA5-BDC0-B5E4-30EB-C9D18AA0934B}"/>
              </a:ext>
            </a:extLst>
          </p:cNvPr>
          <p:cNvGrpSpPr/>
          <p:nvPr/>
        </p:nvGrpSpPr>
        <p:grpSpPr>
          <a:xfrm>
            <a:off x="6260716" y="4215669"/>
            <a:ext cx="894797" cy="572294"/>
            <a:chOff x="3617019" y="3013602"/>
            <a:chExt cx="894797" cy="572294"/>
          </a:xfrm>
        </p:grpSpPr>
        <p:pic>
          <p:nvPicPr>
            <p:cNvPr id="245" name="Picture 244">
              <a:extLst>
                <a:ext uri="{FF2B5EF4-FFF2-40B4-BE49-F238E27FC236}">
                  <a16:creationId xmlns:a16="http://schemas.microsoft.com/office/drawing/2014/main" id="{41A1340E-2642-0959-0620-6DA8D0A69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79291" y="3071002"/>
              <a:ext cx="757950" cy="514894"/>
            </a:xfrm>
            <a:prstGeom prst="rect">
              <a:avLst/>
            </a:prstGeom>
          </p:spPr>
        </p:pic>
        <p:sp>
          <p:nvSpPr>
            <p:cNvPr id="246" name="TextBox 2000">
              <a:extLst>
                <a:ext uri="{FF2B5EF4-FFF2-40B4-BE49-F238E27FC236}">
                  <a16:creationId xmlns:a16="http://schemas.microsoft.com/office/drawing/2014/main" id="{23197A76-596F-442A-FB72-A35EB6F9189A}"/>
                </a:ext>
              </a:extLst>
            </p:cNvPr>
            <p:cNvSpPr txBox="1"/>
            <p:nvPr/>
          </p:nvSpPr>
          <p:spPr>
            <a:xfrm>
              <a:off x="3617019" y="3013602"/>
              <a:ext cx="89479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00B050"/>
                  </a:solidFill>
                </a:rPr>
                <a:t>Infiniband NDR</a:t>
              </a:r>
            </a:p>
          </p:txBody>
        </p: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F998EEA5-BDC0-B5E4-30EB-C9D18AA0934B}"/>
              </a:ext>
            </a:extLst>
          </p:cNvPr>
          <p:cNvGrpSpPr/>
          <p:nvPr/>
        </p:nvGrpSpPr>
        <p:grpSpPr>
          <a:xfrm>
            <a:off x="6260716" y="5974264"/>
            <a:ext cx="894797" cy="572294"/>
            <a:chOff x="3617019" y="3013602"/>
            <a:chExt cx="894797" cy="572294"/>
          </a:xfrm>
        </p:grpSpPr>
        <p:pic>
          <p:nvPicPr>
            <p:cNvPr id="248" name="Picture 247">
              <a:extLst>
                <a:ext uri="{FF2B5EF4-FFF2-40B4-BE49-F238E27FC236}">
                  <a16:creationId xmlns:a16="http://schemas.microsoft.com/office/drawing/2014/main" id="{41A1340E-2642-0959-0620-6DA8D0A69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79291" y="3071002"/>
              <a:ext cx="757950" cy="514894"/>
            </a:xfrm>
            <a:prstGeom prst="rect">
              <a:avLst/>
            </a:prstGeom>
          </p:spPr>
        </p:pic>
        <p:sp>
          <p:nvSpPr>
            <p:cNvPr id="249" name="TextBox 2000">
              <a:extLst>
                <a:ext uri="{FF2B5EF4-FFF2-40B4-BE49-F238E27FC236}">
                  <a16:creationId xmlns:a16="http://schemas.microsoft.com/office/drawing/2014/main" id="{23197A76-596F-442A-FB72-A35EB6F9189A}"/>
                </a:ext>
              </a:extLst>
            </p:cNvPr>
            <p:cNvSpPr txBox="1"/>
            <p:nvPr/>
          </p:nvSpPr>
          <p:spPr>
            <a:xfrm>
              <a:off x="3617019" y="3013602"/>
              <a:ext cx="89479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00B050"/>
                  </a:solidFill>
                </a:rPr>
                <a:t>Infiniband NDR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4EF87EB8-99D7-E871-5752-1F70DCB5F8C4}"/>
              </a:ext>
            </a:extLst>
          </p:cNvPr>
          <p:cNvSpPr txBox="1"/>
          <p:nvPr/>
        </p:nvSpPr>
        <p:spPr>
          <a:xfrm>
            <a:off x="1835127" y="1705859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RTX PRO</a:t>
            </a:r>
          </a:p>
          <a:p>
            <a:pPr algn="ctr"/>
            <a:r>
              <a:rPr lang="en-US" sz="900" dirty="0">
                <a:solidFill>
                  <a:srgbClr val="FF0000"/>
                </a:solidFill>
              </a:rPr>
              <a:t>6000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4E27CB16-1AA2-E966-8F85-EAD385D002CE}"/>
              </a:ext>
            </a:extLst>
          </p:cNvPr>
          <p:cNvSpPr txBox="1"/>
          <p:nvPr/>
        </p:nvSpPr>
        <p:spPr>
          <a:xfrm>
            <a:off x="1822480" y="3093566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RTX PRO</a:t>
            </a:r>
          </a:p>
          <a:p>
            <a:pPr algn="ctr"/>
            <a:r>
              <a:rPr lang="en-US" sz="900" dirty="0">
                <a:solidFill>
                  <a:srgbClr val="FF0000"/>
                </a:solidFill>
              </a:rPr>
              <a:t>6000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B75B2AE9-E582-231E-1F9E-94ACECE330B1}"/>
              </a:ext>
            </a:extLst>
          </p:cNvPr>
          <p:cNvSpPr txBox="1"/>
          <p:nvPr/>
        </p:nvSpPr>
        <p:spPr>
          <a:xfrm>
            <a:off x="1828858" y="3786850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RTX PRO</a:t>
            </a:r>
          </a:p>
          <a:p>
            <a:pPr algn="ctr"/>
            <a:r>
              <a:rPr lang="en-US" sz="900" dirty="0">
                <a:solidFill>
                  <a:srgbClr val="FF0000"/>
                </a:solidFill>
              </a:rPr>
              <a:t>6000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C0F810F6-BF95-74BC-9FC1-E1399BDE7F32}"/>
              </a:ext>
            </a:extLst>
          </p:cNvPr>
          <p:cNvSpPr txBox="1"/>
          <p:nvPr/>
        </p:nvSpPr>
        <p:spPr>
          <a:xfrm>
            <a:off x="1834533" y="5152141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RTX PRO</a:t>
            </a:r>
          </a:p>
          <a:p>
            <a:pPr algn="ctr"/>
            <a:r>
              <a:rPr lang="en-US" sz="900" dirty="0">
                <a:solidFill>
                  <a:srgbClr val="FF0000"/>
                </a:solidFill>
              </a:rPr>
              <a:t>6000</a:t>
            </a:r>
          </a:p>
        </p:txBody>
      </p:sp>
    </p:spTree>
    <p:extLst>
      <p:ext uri="{BB962C8B-B14F-4D97-AF65-F5344CB8AC3E}">
        <p14:creationId xmlns:p14="http://schemas.microsoft.com/office/powerpoint/2010/main" val="4277715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1C078-0AAD-EE2E-F6BD-E7511F5E1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4B4F847-E4C4-36F0-8A27-916EE497CC03}"/>
              </a:ext>
            </a:extLst>
          </p:cNvPr>
          <p:cNvSpPr txBox="1"/>
          <p:nvPr/>
        </p:nvSpPr>
        <p:spPr>
          <a:xfrm>
            <a:off x="1858465" y="992320"/>
            <a:ext cx="51648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>
                <a:solidFill>
                  <a:srgbClr val="FF0000"/>
                </a:solidFill>
              </a:rPr>
              <a:t>Prefill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3BD1336-9694-B5CC-D907-9BE1C831F33F}"/>
              </a:ext>
            </a:extLst>
          </p:cNvPr>
          <p:cNvSpPr/>
          <p:nvPr/>
        </p:nvSpPr>
        <p:spPr>
          <a:xfrm>
            <a:off x="1787625" y="1242030"/>
            <a:ext cx="669304" cy="4747158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582E3B0-3421-ADAB-46A9-265182C0886D}"/>
              </a:ext>
            </a:extLst>
          </p:cNvPr>
          <p:cNvGrpSpPr>
            <a:grpSpLocks noChangeAspect="1"/>
          </p:cNvGrpSpPr>
          <p:nvPr/>
        </p:nvGrpSpPr>
        <p:grpSpPr>
          <a:xfrm>
            <a:off x="1916546" y="5515675"/>
            <a:ext cx="411851" cy="351150"/>
            <a:chOff x="3251348" y="1795096"/>
            <a:chExt cx="3827633" cy="326351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AF5FF1A-BFD1-E323-AB49-1CF0252F56BA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D38AFE3-4271-6343-2743-7990C47B8CE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17EC59E-A855-F6BE-A974-62D54B83AD84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307C2F63-DB19-523B-C1C9-2EB3E66833A5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530" name="Rectangle: Rounded Corners 529">
                <a:extLst>
                  <a:ext uri="{FF2B5EF4-FFF2-40B4-BE49-F238E27FC236}">
                    <a16:creationId xmlns:a16="http://schemas.microsoft.com/office/drawing/2014/main" id="{FFB66851-59A2-C5A2-7D4A-FAAF9215CFC6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3" name="Rectangle: Rounded Corners 552">
                <a:extLst>
                  <a:ext uri="{FF2B5EF4-FFF2-40B4-BE49-F238E27FC236}">
                    <a16:creationId xmlns:a16="http://schemas.microsoft.com/office/drawing/2014/main" id="{4E4E65DE-0ED1-03DD-D671-A7A73597F8FF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4" name="Rectangle: Rounded Corners 563">
                <a:extLst>
                  <a:ext uri="{FF2B5EF4-FFF2-40B4-BE49-F238E27FC236}">
                    <a16:creationId xmlns:a16="http://schemas.microsoft.com/office/drawing/2014/main" id="{DE9B9915-29BE-B65F-D82B-F1F60B1B7C32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3" name="Rectangle: Rounded Corners 572">
                <a:extLst>
                  <a:ext uri="{FF2B5EF4-FFF2-40B4-BE49-F238E27FC236}">
                    <a16:creationId xmlns:a16="http://schemas.microsoft.com/office/drawing/2014/main" id="{9B04C9D6-C13A-E37A-FA31-E808CE7F7C67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EE204C40-487F-43E3-024A-106533A1B39B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997FA028-F0EF-1BC6-FE10-71F0284AAB57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8961916D-7315-E7B3-7B1A-F91CD1532052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6E5C5CF5-C70B-0F44-5732-6F03936294B5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C1BCB4FC-0063-0744-8D09-A2D25C3C0DDA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EF356597-D296-7187-860B-DB768B26036C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: Rounded Corners 79">
                  <a:extLst>
                    <a:ext uri="{FF2B5EF4-FFF2-40B4-BE49-F238E27FC236}">
                      <a16:creationId xmlns:a16="http://schemas.microsoft.com/office/drawing/2014/main" id="{2823C643-4B1D-4BBA-34AD-2F80B82A4665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93791679-55DD-F559-0F37-02FEF725DFD9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58DD73FF-C4A1-77DC-C451-0F2A16697CBF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D9B7BAAD-C7D6-F704-1288-866E85653050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75" name="Rectangle: Rounded Corners 74">
                  <a:extLst>
                    <a:ext uri="{FF2B5EF4-FFF2-40B4-BE49-F238E27FC236}">
                      <a16:creationId xmlns:a16="http://schemas.microsoft.com/office/drawing/2014/main" id="{D66140D9-2A73-7635-98EB-6595A474AAE5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Rectangle: Rounded Corners 75">
                  <a:extLst>
                    <a:ext uri="{FF2B5EF4-FFF2-40B4-BE49-F238E27FC236}">
                      <a16:creationId xmlns:a16="http://schemas.microsoft.com/office/drawing/2014/main" id="{3C301A5E-26F2-9F87-166F-010A461882CB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Rectangle: Rounded Corners 76">
                  <a:extLst>
                    <a:ext uri="{FF2B5EF4-FFF2-40B4-BE49-F238E27FC236}">
                      <a16:creationId xmlns:a16="http://schemas.microsoft.com/office/drawing/2014/main" id="{8F0FB29A-9C75-537C-8194-9030BC4A5A7B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18DCB94B-17A9-6ACA-323A-E44BBC9BEC49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F74FAD8B-EB87-1FC6-6F22-1AFE51B99CEE}"/>
              </a:ext>
            </a:extLst>
          </p:cNvPr>
          <p:cNvGrpSpPr>
            <a:grpSpLocks noChangeAspect="1"/>
          </p:cNvGrpSpPr>
          <p:nvPr/>
        </p:nvGrpSpPr>
        <p:grpSpPr>
          <a:xfrm>
            <a:off x="1916546" y="4140505"/>
            <a:ext cx="411851" cy="351150"/>
            <a:chOff x="3251348" y="1795096"/>
            <a:chExt cx="3827633" cy="3263516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A55715ED-FF23-9FCF-5A44-80F51FDD1E7D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1A85031C-BDA4-14B1-D46F-D2DAF93B595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35EA7C1-9F58-0F60-7E94-9F47C3A6A581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0B58CE69-211F-C287-905D-AB4E469C32D6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2F5B55B4-C9B8-0118-9609-617AC0217EB4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93C6A0F8-2755-B270-9486-299DAAAB9920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: Rounded Corners 89">
                <a:extLst>
                  <a:ext uri="{FF2B5EF4-FFF2-40B4-BE49-F238E27FC236}">
                    <a16:creationId xmlns:a16="http://schemas.microsoft.com/office/drawing/2014/main" id="{FCEA02F3-4398-A64F-C7A4-55912B95D988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Rectangle: Rounded Corners 135">
                <a:extLst>
                  <a:ext uri="{FF2B5EF4-FFF2-40B4-BE49-F238E27FC236}">
                    <a16:creationId xmlns:a16="http://schemas.microsoft.com/office/drawing/2014/main" id="{59DE566A-E275-E784-95F8-CA0BAFBE6EEB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Rectangle: Rounded Corners 136">
                <a:extLst>
                  <a:ext uri="{FF2B5EF4-FFF2-40B4-BE49-F238E27FC236}">
                    <a16:creationId xmlns:a16="http://schemas.microsoft.com/office/drawing/2014/main" id="{FE5C553B-F13E-C3B8-220D-A2FF8C1A636B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Rectangle: Rounded Corners 137">
                <a:extLst>
                  <a:ext uri="{FF2B5EF4-FFF2-40B4-BE49-F238E27FC236}">
                    <a16:creationId xmlns:a16="http://schemas.microsoft.com/office/drawing/2014/main" id="{11945810-DEFB-9B65-4D9F-9A52E0D5939D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Rectangle: Rounded Corners 138">
                <a:extLst>
                  <a:ext uri="{FF2B5EF4-FFF2-40B4-BE49-F238E27FC236}">
                    <a16:creationId xmlns:a16="http://schemas.microsoft.com/office/drawing/2014/main" id="{A66E9C21-7126-8B0D-1525-5653247798FE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Rectangle: Rounded Corners 139">
                <a:extLst>
                  <a:ext uri="{FF2B5EF4-FFF2-40B4-BE49-F238E27FC236}">
                    <a16:creationId xmlns:a16="http://schemas.microsoft.com/office/drawing/2014/main" id="{77EF4546-0F3D-3641-3B4E-26CFD3138A6E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56614A0B-586E-5D68-D768-C27B6AB364EE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47" name="Rectangle: Rounded Corners 146">
                  <a:extLst>
                    <a:ext uri="{FF2B5EF4-FFF2-40B4-BE49-F238E27FC236}">
                      <a16:creationId xmlns:a16="http://schemas.microsoft.com/office/drawing/2014/main" id="{14F0E021-3E41-D9C8-88A8-38366CBE1218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Rectangle: Rounded Corners 147">
                  <a:extLst>
                    <a:ext uri="{FF2B5EF4-FFF2-40B4-BE49-F238E27FC236}">
                      <a16:creationId xmlns:a16="http://schemas.microsoft.com/office/drawing/2014/main" id="{B3281798-ED50-63E0-CC91-2A3FC2AAB920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Rectangle: Rounded Corners 148">
                  <a:extLst>
                    <a:ext uri="{FF2B5EF4-FFF2-40B4-BE49-F238E27FC236}">
                      <a16:creationId xmlns:a16="http://schemas.microsoft.com/office/drawing/2014/main" id="{85F138C0-B975-0826-FCC8-5750315689ED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Rectangle: Rounded Corners 149">
                  <a:extLst>
                    <a:ext uri="{FF2B5EF4-FFF2-40B4-BE49-F238E27FC236}">
                      <a16:creationId xmlns:a16="http://schemas.microsoft.com/office/drawing/2014/main" id="{AB43671F-1869-91D5-2DFA-7988F180AEC0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70E8788D-5B45-2C83-D0AE-2C31B511ADE7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43" name="Rectangle: Rounded Corners 142">
                  <a:extLst>
                    <a:ext uri="{FF2B5EF4-FFF2-40B4-BE49-F238E27FC236}">
                      <a16:creationId xmlns:a16="http://schemas.microsoft.com/office/drawing/2014/main" id="{2A6943BC-9B2D-1EC6-C0DD-D46E7F47A085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Rectangle: Rounded Corners 143">
                  <a:extLst>
                    <a:ext uri="{FF2B5EF4-FFF2-40B4-BE49-F238E27FC236}">
                      <a16:creationId xmlns:a16="http://schemas.microsoft.com/office/drawing/2014/main" id="{EBBF6F7B-4D0D-58E4-63C9-B0BF81379114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Rectangle: Rounded Corners 144">
                  <a:extLst>
                    <a:ext uri="{FF2B5EF4-FFF2-40B4-BE49-F238E27FC236}">
                      <a16:creationId xmlns:a16="http://schemas.microsoft.com/office/drawing/2014/main" id="{BCFFEB38-61B4-7FB9-A772-92632A0CFDAA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" name="Rectangle: Rounded Corners 145">
                  <a:extLst>
                    <a:ext uri="{FF2B5EF4-FFF2-40B4-BE49-F238E27FC236}">
                      <a16:creationId xmlns:a16="http://schemas.microsoft.com/office/drawing/2014/main" id="{BB21FEDA-7905-48F7-DF92-DBED18736E1B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84B5F5DC-DC11-0DBB-629F-B925A32E101A}"/>
              </a:ext>
            </a:extLst>
          </p:cNvPr>
          <p:cNvGrpSpPr>
            <a:grpSpLocks noChangeAspect="1"/>
          </p:cNvGrpSpPr>
          <p:nvPr/>
        </p:nvGrpSpPr>
        <p:grpSpPr>
          <a:xfrm>
            <a:off x="1916546" y="2765334"/>
            <a:ext cx="411851" cy="351150"/>
            <a:chOff x="3251348" y="1795096"/>
            <a:chExt cx="3827633" cy="3263516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F0702A57-8B5B-F64A-A36F-DAED82806037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0F0B46CE-499C-52E6-3B4F-0A66CD5E890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CF151049-7D85-2EA6-45A2-03DD8E639B11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FB9B104C-8E04-252F-31D8-7C5D264B5695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56" name="Rectangle: Rounded Corners 155">
                <a:extLst>
                  <a:ext uri="{FF2B5EF4-FFF2-40B4-BE49-F238E27FC236}">
                    <a16:creationId xmlns:a16="http://schemas.microsoft.com/office/drawing/2014/main" id="{E38B164C-30C2-8ABE-947A-8E5716A31A51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Rectangle: Rounded Corners 156">
                <a:extLst>
                  <a:ext uri="{FF2B5EF4-FFF2-40B4-BE49-F238E27FC236}">
                    <a16:creationId xmlns:a16="http://schemas.microsoft.com/office/drawing/2014/main" id="{9B19F60A-AD41-ACFC-B5EB-65FD3B1E820D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tangle: Rounded Corners 157">
                <a:extLst>
                  <a:ext uri="{FF2B5EF4-FFF2-40B4-BE49-F238E27FC236}">
                    <a16:creationId xmlns:a16="http://schemas.microsoft.com/office/drawing/2014/main" id="{C9536A44-2A79-41C7-70CC-B60693685EB1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: Rounded Corners 158">
                <a:extLst>
                  <a:ext uri="{FF2B5EF4-FFF2-40B4-BE49-F238E27FC236}">
                    <a16:creationId xmlns:a16="http://schemas.microsoft.com/office/drawing/2014/main" id="{1A42F4DA-DD92-E619-D3BC-D2AC198BF9DF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: Rounded Corners 159">
                <a:extLst>
                  <a:ext uri="{FF2B5EF4-FFF2-40B4-BE49-F238E27FC236}">
                    <a16:creationId xmlns:a16="http://schemas.microsoft.com/office/drawing/2014/main" id="{8E240B2A-3188-68A1-BA0B-890A0250BAC8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: Rounded Corners 160">
                <a:extLst>
                  <a:ext uri="{FF2B5EF4-FFF2-40B4-BE49-F238E27FC236}">
                    <a16:creationId xmlns:a16="http://schemas.microsoft.com/office/drawing/2014/main" id="{150B17D3-8AD4-33D5-08D4-8D3CA4832D78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Rectangle: Rounded Corners 161">
                <a:extLst>
                  <a:ext uri="{FF2B5EF4-FFF2-40B4-BE49-F238E27FC236}">
                    <a16:creationId xmlns:a16="http://schemas.microsoft.com/office/drawing/2014/main" id="{8446EAB8-B978-4CC1-9776-391FAAE82668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tangle: Rounded Corners 162">
                <a:extLst>
                  <a:ext uri="{FF2B5EF4-FFF2-40B4-BE49-F238E27FC236}">
                    <a16:creationId xmlns:a16="http://schemas.microsoft.com/office/drawing/2014/main" id="{8B020A89-6DD5-7D31-909D-D72E4B2847B0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F3D3CD96-41F1-D857-E351-AA0BDF31D2C4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70" name="Rectangle: Rounded Corners 169">
                  <a:extLst>
                    <a:ext uri="{FF2B5EF4-FFF2-40B4-BE49-F238E27FC236}">
                      <a16:creationId xmlns:a16="http://schemas.microsoft.com/office/drawing/2014/main" id="{C99F337E-9E69-0E4E-0B79-94DF236BD07C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Rectangle: Rounded Corners 170">
                  <a:extLst>
                    <a:ext uri="{FF2B5EF4-FFF2-40B4-BE49-F238E27FC236}">
                      <a16:creationId xmlns:a16="http://schemas.microsoft.com/office/drawing/2014/main" id="{6D3BE0E9-A7DD-CE79-0A8D-5E49A276A25A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Rectangle: Rounded Corners 171">
                  <a:extLst>
                    <a:ext uri="{FF2B5EF4-FFF2-40B4-BE49-F238E27FC236}">
                      <a16:creationId xmlns:a16="http://schemas.microsoft.com/office/drawing/2014/main" id="{CC58BEA5-2290-7F77-9F35-CA574085FD6D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Rectangle: Rounded Corners 172">
                  <a:extLst>
                    <a:ext uri="{FF2B5EF4-FFF2-40B4-BE49-F238E27FC236}">
                      <a16:creationId xmlns:a16="http://schemas.microsoft.com/office/drawing/2014/main" id="{ED5C61D5-D3B7-DCD1-F86A-F5E24105B375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27C3CB94-ADB8-F076-A6AA-8BFA807D430C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66" name="Rectangle: Rounded Corners 165">
                  <a:extLst>
                    <a:ext uri="{FF2B5EF4-FFF2-40B4-BE49-F238E27FC236}">
                      <a16:creationId xmlns:a16="http://schemas.microsoft.com/office/drawing/2014/main" id="{9CEF3876-9A97-CD49-7E40-1C1482C291AC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" name="Rectangle: Rounded Corners 166">
                  <a:extLst>
                    <a:ext uri="{FF2B5EF4-FFF2-40B4-BE49-F238E27FC236}">
                      <a16:creationId xmlns:a16="http://schemas.microsoft.com/office/drawing/2014/main" id="{A5D825D1-2234-1473-E4F0-2559D544F14E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" name="Rectangle: Rounded Corners 167">
                  <a:extLst>
                    <a:ext uri="{FF2B5EF4-FFF2-40B4-BE49-F238E27FC236}">
                      <a16:creationId xmlns:a16="http://schemas.microsoft.com/office/drawing/2014/main" id="{FD3579A9-0A20-C77F-C23B-21BC4AC6916C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" name="Rectangle: Rounded Corners 168">
                  <a:extLst>
                    <a:ext uri="{FF2B5EF4-FFF2-40B4-BE49-F238E27FC236}">
                      <a16:creationId xmlns:a16="http://schemas.microsoft.com/office/drawing/2014/main" id="{2C8C5882-EEB1-EBCF-347C-161E6D26250E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E44F3197-4D5A-94FE-653D-661D18169F45}"/>
              </a:ext>
            </a:extLst>
          </p:cNvPr>
          <p:cNvGrpSpPr>
            <a:grpSpLocks noChangeAspect="1"/>
          </p:cNvGrpSpPr>
          <p:nvPr/>
        </p:nvGrpSpPr>
        <p:grpSpPr>
          <a:xfrm>
            <a:off x="1916546" y="1390163"/>
            <a:ext cx="411851" cy="351150"/>
            <a:chOff x="3251348" y="1795096"/>
            <a:chExt cx="3827633" cy="3263516"/>
          </a:xfrm>
        </p:grpSpPr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672BF80A-E402-1458-BE6B-3CFBB8B0ABC4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ECF65296-656B-ADB4-D953-AC4C6B01003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94A665D8-13EE-4090-3D88-3C96D6FA9E71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3F3C452B-D887-3FB6-C496-F9D032748EBE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79" name="Rectangle: Rounded Corners 178">
                <a:extLst>
                  <a:ext uri="{FF2B5EF4-FFF2-40B4-BE49-F238E27FC236}">
                    <a16:creationId xmlns:a16="http://schemas.microsoft.com/office/drawing/2014/main" id="{C00965B5-436F-C9AC-9D12-835364D08C6B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Rectangle: Rounded Corners 179">
                <a:extLst>
                  <a:ext uri="{FF2B5EF4-FFF2-40B4-BE49-F238E27FC236}">
                    <a16:creationId xmlns:a16="http://schemas.microsoft.com/office/drawing/2014/main" id="{0BCEC4D4-3878-B0C8-4623-950365521739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Rectangle: Rounded Corners 180">
                <a:extLst>
                  <a:ext uri="{FF2B5EF4-FFF2-40B4-BE49-F238E27FC236}">
                    <a16:creationId xmlns:a16="http://schemas.microsoft.com/office/drawing/2014/main" id="{56D65705-8FBB-0ED0-9E74-8833A167878E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Rectangle: Rounded Corners 181">
                <a:extLst>
                  <a:ext uri="{FF2B5EF4-FFF2-40B4-BE49-F238E27FC236}">
                    <a16:creationId xmlns:a16="http://schemas.microsoft.com/office/drawing/2014/main" id="{86E26B94-6E23-FF01-36E8-7D2A2E998BA5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Rectangle: Rounded Corners 182">
                <a:extLst>
                  <a:ext uri="{FF2B5EF4-FFF2-40B4-BE49-F238E27FC236}">
                    <a16:creationId xmlns:a16="http://schemas.microsoft.com/office/drawing/2014/main" id="{8F5914D1-A53B-EA9F-9DD0-CAAE8A3A0DCB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ectangle: Rounded Corners 183">
                <a:extLst>
                  <a:ext uri="{FF2B5EF4-FFF2-40B4-BE49-F238E27FC236}">
                    <a16:creationId xmlns:a16="http://schemas.microsoft.com/office/drawing/2014/main" id="{BDE71F89-F951-2359-8759-786E0841E40E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ectangle: Rounded Corners 184">
                <a:extLst>
                  <a:ext uri="{FF2B5EF4-FFF2-40B4-BE49-F238E27FC236}">
                    <a16:creationId xmlns:a16="http://schemas.microsoft.com/office/drawing/2014/main" id="{1267735F-4AF0-8544-4AF4-FCFC07E2BE73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3" name="Rectangle: Rounded Corners 232">
                <a:extLst>
                  <a:ext uri="{FF2B5EF4-FFF2-40B4-BE49-F238E27FC236}">
                    <a16:creationId xmlns:a16="http://schemas.microsoft.com/office/drawing/2014/main" id="{539E5A08-11E8-8277-2E49-E553049CD95A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34" name="Group 233">
                <a:extLst>
                  <a:ext uri="{FF2B5EF4-FFF2-40B4-BE49-F238E27FC236}">
                    <a16:creationId xmlns:a16="http://schemas.microsoft.com/office/drawing/2014/main" id="{E2FC2EB2-28B4-3BDC-2DFD-B7EDE06713F5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240" name="Rectangle: Rounded Corners 239">
                  <a:extLst>
                    <a:ext uri="{FF2B5EF4-FFF2-40B4-BE49-F238E27FC236}">
                      <a16:creationId xmlns:a16="http://schemas.microsoft.com/office/drawing/2014/main" id="{BA71E170-1110-5C74-A40F-8619E4719374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1" name="Rectangle: Rounded Corners 240">
                  <a:extLst>
                    <a:ext uri="{FF2B5EF4-FFF2-40B4-BE49-F238E27FC236}">
                      <a16:creationId xmlns:a16="http://schemas.microsoft.com/office/drawing/2014/main" id="{EE01DD0E-8428-8E1A-A62C-E2D7B44FC247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2" name="Rectangle: Rounded Corners 241">
                  <a:extLst>
                    <a:ext uri="{FF2B5EF4-FFF2-40B4-BE49-F238E27FC236}">
                      <a16:creationId xmlns:a16="http://schemas.microsoft.com/office/drawing/2014/main" id="{7F536D12-205E-AEA9-3B81-5726AEFDB543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3" name="Rectangle: Rounded Corners 242">
                  <a:extLst>
                    <a:ext uri="{FF2B5EF4-FFF2-40B4-BE49-F238E27FC236}">
                      <a16:creationId xmlns:a16="http://schemas.microsoft.com/office/drawing/2014/main" id="{A16C704D-75BB-4E66-2235-8304EC5F6BBE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5" name="Group 234">
                <a:extLst>
                  <a:ext uri="{FF2B5EF4-FFF2-40B4-BE49-F238E27FC236}">
                    <a16:creationId xmlns:a16="http://schemas.microsoft.com/office/drawing/2014/main" id="{023F7E1A-4A84-56AE-F184-5FB9098374E0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236" name="Rectangle: Rounded Corners 235">
                  <a:extLst>
                    <a:ext uri="{FF2B5EF4-FFF2-40B4-BE49-F238E27FC236}">
                      <a16:creationId xmlns:a16="http://schemas.microsoft.com/office/drawing/2014/main" id="{B9609A4D-0BC8-8E04-BA92-9D9B6A9C6DB5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7" name="Rectangle: Rounded Corners 236">
                  <a:extLst>
                    <a:ext uri="{FF2B5EF4-FFF2-40B4-BE49-F238E27FC236}">
                      <a16:creationId xmlns:a16="http://schemas.microsoft.com/office/drawing/2014/main" id="{B0D99E65-8A6E-8860-FB94-A5D94D92E5E0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8" name="Rectangle: Rounded Corners 237">
                  <a:extLst>
                    <a:ext uri="{FF2B5EF4-FFF2-40B4-BE49-F238E27FC236}">
                      <a16:creationId xmlns:a16="http://schemas.microsoft.com/office/drawing/2014/main" id="{7686E680-A302-3F01-DB29-7F68C87CEA3D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9" name="Rectangle: Rounded Corners 238">
                  <a:extLst>
                    <a:ext uri="{FF2B5EF4-FFF2-40B4-BE49-F238E27FC236}">
                      <a16:creationId xmlns:a16="http://schemas.microsoft.com/office/drawing/2014/main" id="{301D851D-65B7-2741-F3E8-46189650727C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887" name="Rectangle 886">
            <a:extLst>
              <a:ext uri="{FF2B5EF4-FFF2-40B4-BE49-F238E27FC236}">
                <a16:creationId xmlns:a16="http://schemas.microsoft.com/office/drawing/2014/main" id="{72357181-24E9-9EF2-977E-DBC4E5C1E3AC}"/>
              </a:ext>
            </a:extLst>
          </p:cNvPr>
          <p:cNvSpPr/>
          <p:nvPr/>
        </p:nvSpPr>
        <p:spPr>
          <a:xfrm rot="5400000">
            <a:off x="345480" y="2036003"/>
            <a:ext cx="5628724" cy="32225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6" name="TextBox 1485">
            <a:extLst>
              <a:ext uri="{FF2B5EF4-FFF2-40B4-BE49-F238E27FC236}">
                <a16:creationId xmlns:a16="http://schemas.microsoft.com/office/drawing/2014/main" id="{F5B390D9-3781-4C03-257A-BD863C33CD1A}"/>
              </a:ext>
            </a:extLst>
          </p:cNvPr>
          <p:cNvSpPr txBox="1"/>
          <p:nvPr/>
        </p:nvSpPr>
        <p:spPr>
          <a:xfrm rot="16200000">
            <a:off x="1136417" y="980143"/>
            <a:ext cx="5437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Server</a:t>
            </a:r>
          </a:p>
        </p:txBody>
      </p:sp>
      <p:sp>
        <p:nvSpPr>
          <p:cNvPr id="1495" name="Title 1">
            <a:extLst>
              <a:ext uri="{FF2B5EF4-FFF2-40B4-BE49-F238E27FC236}">
                <a16:creationId xmlns:a16="http://schemas.microsoft.com/office/drawing/2014/main" id="{32EF680C-E793-68AE-7F2E-D2C609BA7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68458"/>
          </a:xfrm>
        </p:spPr>
        <p:txBody>
          <a:bodyPr>
            <a:normAutofit fontScale="90000"/>
          </a:bodyPr>
          <a:lstStyle/>
          <a:p>
            <a:r>
              <a:rPr lang="en-US" dirty="0"/>
              <a:t>PP Pipeline (Physical View)</a:t>
            </a:r>
          </a:p>
        </p:txBody>
      </p:sp>
      <p:sp>
        <p:nvSpPr>
          <p:cNvPr id="1514" name="Rectangle: Rounded Corners 1513">
            <a:extLst>
              <a:ext uri="{FF2B5EF4-FFF2-40B4-BE49-F238E27FC236}">
                <a16:creationId xmlns:a16="http://schemas.microsoft.com/office/drawing/2014/main" id="{679B924B-CF6D-27B9-09CF-080D20B9FEA2}"/>
              </a:ext>
            </a:extLst>
          </p:cNvPr>
          <p:cNvSpPr/>
          <p:nvPr/>
        </p:nvSpPr>
        <p:spPr>
          <a:xfrm rot="16200000">
            <a:off x="2776764" y="3368079"/>
            <a:ext cx="5325362" cy="480312"/>
          </a:xfrm>
          <a:prstGeom prst="roundRect">
            <a:avLst/>
          </a:prstGeom>
          <a:solidFill>
            <a:schemeClr val="accent3">
              <a:lumMod val="20000"/>
              <a:lumOff val="80000"/>
              <a:alpha val="78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Infiniband NDR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BF07D0-7C87-2A44-C4C0-97019681EBDB}"/>
              </a:ext>
            </a:extLst>
          </p:cNvPr>
          <p:cNvSpPr txBox="1"/>
          <p:nvPr/>
        </p:nvSpPr>
        <p:spPr>
          <a:xfrm>
            <a:off x="5174122" y="724335"/>
            <a:ext cx="5581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Switch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2C22E4A-EE1E-39BC-9727-45436CB4A116}"/>
              </a:ext>
            </a:extLst>
          </p:cNvPr>
          <p:cNvGrpSpPr/>
          <p:nvPr/>
        </p:nvGrpSpPr>
        <p:grpSpPr>
          <a:xfrm flipH="1">
            <a:off x="2325221" y="1605891"/>
            <a:ext cx="701968" cy="1260180"/>
            <a:chOff x="2121694" y="1539875"/>
            <a:chExt cx="583406" cy="140084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56B6768-D7F9-FA39-9278-5390C0745B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1694" y="1539875"/>
              <a:ext cx="0" cy="140084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895D347-7B90-7877-DCC9-F3230E0F6FBF}"/>
                </a:ext>
              </a:extLst>
            </p:cNvPr>
            <p:cNvCxnSpPr>
              <a:cxnSpLocks/>
            </p:cNvCxnSpPr>
            <p:nvPr/>
          </p:nvCxnSpPr>
          <p:spPr>
            <a:xfrm>
              <a:off x="2121694" y="1539875"/>
              <a:ext cx="583406" cy="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C948383-46AF-92A8-4EED-B5D92FB98715}"/>
                </a:ext>
              </a:extLst>
            </p:cNvPr>
            <p:cNvCxnSpPr>
              <a:cxnSpLocks/>
            </p:cNvCxnSpPr>
            <p:nvPr/>
          </p:nvCxnSpPr>
          <p:spPr>
            <a:xfrm>
              <a:off x="2121694" y="2940715"/>
              <a:ext cx="583406" cy="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F19D5F5-53BA-F2CF-D60A-B8DFD56C243E}"/>
              </a:ext>
            </a:extLst>
          </p:cNvPr>
          <p:cNvGrpSpPr/>
          <p:nvPr/>
        </p:nvGrpSpPr>
        <p:grpSpPr>
          <a:xfrm flipH="1">
            <a:off x="2325221" y="2972052"/>
            <a:ext cx="701968" cy="1260180"/>
            <a:chOff x="2121694" y="1539875"/>
            <a:chExt cx="583406" cy="1400840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854FC7-BF9B-E95B-A930-57C40CF8E0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1694" y="1539875"/>
              <a:ext cx="0" cy="140084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E99D047-F038-08C6-69C8-5596A04183EB}"/>
                </a:ext>
              </a:extLst>
            </p:cNvPr>
            <p:cNvCxnSpPr>
              <a:cxnSpLocks/>
            </p:cNvCxnSpPr>
            <p:nvPr/>
          </p:nvCxnSpPr>
          <p:spPr>
            <a:xfrm>
              <a:off x="2121694" y="1539875"/>
              <a:ext cx="583406" cy="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4F1D003-B546-A83F-7459-B30C1BB9FC89}"/>
                </a:ext>
              </a:extLst>
            </p:cNvPr>
            <p:cNvCxnSpPr>
              <a:cxnSpLocks/>
            </p:cNvCxnSpPr>
            <p:nvPr/>
          </p:nvCxnSpPr>
          <p:spPr>
            <a:xfrm>
              <a:off x="2121694" y="2940715"/>
              <a:ext cx="583406" cy="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6C0FB62-8D58-16D4-14FD-001026F98CE5}"/>
              </a:ext>
            </a:extLst>
          </p:cNvPr>
          <p:cNvGrpSpPr/>
          <p:nvPr/>
        </p:nvGrpSpPr>
        <p:grpSpPr>
          <a:xfrm flipH="1">
            <a:off x="2332282" y="4340982"/>
            <a:ext cx="701968" cy="1260180"/>
            <a:chOff x="2121694" y="1539875"/>
            <a:chExt cx="583406" cy="1400840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F7852A7-F437-A99E-BEC7-1EABC63706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1694" y="1539875"/>
              <a:ext cx="0" cy="140084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EF97A9C-082D-C8A8-E535-BDBC19DF5B26}"/>
                </a:ext>
              </a:extLst>
            </p:cNvPr>
            <p:cNvCxnSpPr>
              <a:cxnSpLocks/>
            </p:cNvCxnSpPr>
            <p:nvPr/>
          </p:nvCxnSpPr>
          <p:spPr>
            <a:xfrm>
              <a:off x="2121694" y="1539875"/>
              <a:ext cx="583406" cy="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863739C-68F8-679E-8B95-2E109780EE64}"/>
                </a:ext>
              </a:extLst>
            </p:cNvPr>
            <p:cNvCxnSpPr>
              <a:cxnSpLocks/>
            </p:cNvCxnSpPr>
            <p:nvPr/>
          </p:nvCxnSpPr>
          <p:spPr>
            <a:xfrm>
              <a:off x="2121694" y="2940715"/>
              <a:ext cx="583406" cy="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Left Brace 91">
            <a:extLst>
              <a:ext uri="{FF2B5EF4-FFF2-40B4-BE49-F238E27FC236}">
                <a16:creationId xmlns:a16="http://schemas.microsoft.com/office/drawing/2014/main" id="{6559621D-E30B-A6E5-FD0A-E03CFF2F004A}"/>
              </a:ext>
            </a:extLst>
          </p:cNvPr>
          <p:cNvSpPr/>
          <p:nvPr/>
        </p:nvSpPr>
        <p:spPr>
          <a:xfrm>
            <a:off x="1196701" y="2765334"/>
            <a:ext cx="211586" cy="310110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7735DB4-880A-F8D4-047D-69F4EE9ECB3F}"/>
                  </a:ext>
                </a:extLst>
              </p:cNvPr>
              <p:cNvSpPr txBox="1"/>
              <p:nvPr/>
            </p:nvSpPr>
            <p:spPr>
              <a:xfrm>
                <a:off x="108525" y="3864875"/>
                <a:ext cx="1087736" cy="1466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By using </a:t>
                </a:r>
                <a:r>
                  <a:rPr lang="en-US" sz="800" dirty="0" err="1">
                    <a:solidFill>
                      <a:schemeClr val="accent5">
                        <a:lumMod val="75000"/>
                      </a:schemeClr>
                    </a:solidFill>
                  </a:rPr>
                  <a:t>NVLink</a:t>
                </a:r>
                <a:r>
                  <a:rPr lang="en-US" sz="800" dirty="0">
                    <a:solidFill>
                      <a:schemeClr val="accent5">
                        <a:lumMod val="75000"/>
                      </a:schemeClr>
                    </a:solidFill>
                  </a:rPr>
                  <a:t> bridges</a:t>
                </a:r>
                <a:r>
                  <a:rPr lang="en-US" sz="800" dirty="0"/>
                  <a:t> between H110s,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𝑝𝑟𝑒𝑓𝑖𝑙𝑙</m:t>
                        </m:r>
                      </m:sub>
                    </m:sSub>
                  </m:oMath>
                </a14:m>
                <a:r>
                  <a:rPr lang="en-US" sz="800" dirty="0"/>
                  <a:t> can be transferred over </a:t>
                </a:r>
                <a:r>
                  <a:rPr lang="en-US" sz="800" dirty="0" err="1"/>
                  <a:t>NVLink</a:t>
                </a:r>
                <a:r>
                  <a:rPr lang="en-US" sz="8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𝐾𝑉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h𝑎𝑛𝑑𝑜𝑓𝑓</m:t>
                        </m:r>
                      </m:sub>
                    </m:sSub>
                    <m:r>
                      <a:rPr lang="en-US" sz="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800" dirty="0"/>
                  <a:t>can be transferred over PCI lanes.</a:t>
                </a:r>
              </a:p>
              <a:p>
                <a:endParaRPr lang="en-US" sz="800" b="1" dirty="0"/>
              </a:p>
              <a:p>
                <a:r>
                  <a:rPr lang="en-US" sz="800" b="1" dirty="0"/>
                  <a:t>This is the perfect topology!</a:t>
                </a:r>
              </a:p>
            </p:txBody>
          </p:sp>
        </mc:Choice>
        <mc:Fallback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7735DB4-880A-F8D4-047D-69F4EE9EC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25" y="3864875"/>
                <a:ext cx="1087736" cy="1466427"/>
              </a:xfrm>
              <a:prstGeom prst="rect">
                <a:avLst/>
              </a:prstGeom>
              <a:blipFill>
                <a:blip r:embed="rId2"/>
                <a:stretch>
                  <a:fillRect b="-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CCE10DE8-199E-94BC-A5B5-A2F7872475C3}"/>
              </a:ext>
            </a:extLst>
          </p:cNvPr>
          <p:cNvSpPr/>
          <p:nvPr/>
        </p:nvSpPr>
        <p:spPr>
          <a:xfrm>
            <a:off x="2352675" y="982442"/>
            <a:ext cx="4953000" cy="587933"/>
          </a:xfrm>
          <a:custGeom>
            <a:avLst/>
            <a:gdLst>
              <a:gd name="csX0" fmla="*/ 0 w 4953000"/>
              <a:gd name="csY0" fmla="*/ 552450 h 605609"/>
              <a:gd name="csX1" fmla="*/ 3086100 w 4953000"/>
              <a:gd name="csY1" fmla="*/ 552450 h 605609"/>
              <a:gd name="csX2" fmla="*/ 4953000 w 4953000"/>
              <a:gd name="csY2" fmla="*/ 0 h 605609"/>
              <a:gd name="csX0" fmla="*/ 0 w 4953000"/>
              <a:gd name="csY0" fmla="*/ 552450 h 605609"/>
              <a:gd name="csX1" fmla="*/ 3086100 w 4953000"/>
              <a:gd name="csY1" fmla="*/ 552450 h 605609"/>
              <a:gd name="csX2" fmla="*/ 4953000 w 4953000"/>
              <a:gd name="csY2" fmla="*/ 0 h 605609"/>
              <a:gd name="csX0" fmla="*/ 0 w 4953000"/>
              <a:gd name="csY0" fmla="*/ 552450 h 574396"/>
              <a:gd name="csX1" fmla="*/ 3086100 w 4953000"/>
              <a:gd name="csY1" fmla="*/ 552450 h 574396"/>
              <a:gd name="csX2" fmla="*/ 4953000 w 4953000"/>
              <a:gd name="csY2" fmla="*/ 0 h 574396"/>
              <a:gd name="csX0" fmla="*/ 0 w 4953000"/>
              <a:gd name="csY0" fmla="*/ 552450 h 579776"/>
              <a:gd name="csX1" fmla="*/ 3086100 w 4953000"/>
              <a:gd name="csY1" fmla="*/ 552450 h 579776"/>
              <a:gd name="csX2" fmla="*/ 4953000 w 4953000"/>
              <a:gd name="csY2" fmla="*/ 0 h 579776"/>
              <a:gd name="csX0" fmla="*/ 0 w 4953000"/>
              <a:gd name="csY0" fmla="*/ 560607 h 587933"/>
              <a:gd name="csX1" fmla="*/ 3086100 w 4953000"/>
              <a:gd name="csY1" fmla="*/ 560607 h 587933"/>
              <a:gd name="csX2" fmla="*/ 3676650 w 4953000"/>
              <a:gd name="csY2" fmla="*/ 36732 h 587933"/>
              <a:gd name="csX3" fmla="*/ 4953000 w 4953000"/>
              <a:gd name="csY3" fmla="*/ 8157 h 587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53000" h="587933">
                <a:moveTo>
                  <a:pt x="0" y="560607"/>
                </a:moveTo>
                <a:cubicBezTo>
                  <a:pt x="1130300" y="606644"/>
                  <a:pt x="2251075" y="586007"/>
                  <a:pt x="3086100" y="560607"/>
                </a:cubicBezTo>
                <a:cubicBezTo>
                  <a:pt x="3792538" y="521713"/>
                  <a:pt x="3365500" y="128807"/>
                  <a:pt x="3676650" y="36732"/>
                </a:cubicBezTo>
                <a:cubicBezTo>
                  <a:pt x="3987800" y="-55343"/>
                  <a:pt x="4833938" y="61338"/>
                  <a:pt x="4953000" y="8157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D5D1D939-F562-E946-EA05-FFF18E0CCEC0}"/>
              </a:ext>
            </a:extLst>
          </p:cNvPr>
          <p:cNvSpPr/>
          <p:nvPr/>
        </p:nvSpPr>
        <p:spPr>
          <a:xfrm>
            <a:off x="2314067" y="2737547"/>
            <a:ext cx="4953000" cy="171778"/>
          </a:xfrm>
          <a:custGeom>
            <a:avLst/>
            <a:gdLst>
              <a:gd name="csX0" fmla="*/ 0 w 4953000"/>
              <a:gd name="csY0" fmla="*/ 552450 h 605609"/>
              <a:gd name="csX1" fmla="*/ 3086100 w 4953000"/>
              <a:gd name="csY1" fmla="*/ 552450 h 605609"/>
              <a:gd name="csX2" fmla="*/ 4953000 w 4953000"/>
              <a:gd name="csY2" fmla="*/ 0 h 605609"/>
              <a:gd name="csX0" fmla="*/ 0 w 4953000"/>
              <a:gd name="csY0" fmla="*/ 552450 h 605609"/>
              <a:gd name="csX1" fmla="*/ 3086100 w 4953000"/>
              <a:gd name="csY1" fmla="*/ 552450 h 605609"/>
              <a:gd name="csX2" fmla="*/ 4953000 w 4953000"/>
              <a:gd name="csY2" fmla="*/ 0 h 605609"/>
              <a:gd name="csX0" fmla="*/ 0 w 4953000"/>
              <a:gd name="csY0" fmla="*/ 552450 h 574396"/>
              <a:gd name="csX1" fmla="*/ 3086100 w 4953000"/>
              <a:gd name="csY1" fmla="*/ 552450 h 574396"/>
              <a:gd name="csX2" fmla="*/ 4953000 w 4953000"/>
              <a:gd name="csY2" fmla="*/ 0 h 574396"/>
              <a:gd name="csX0" fmla="*/ 0 w 4953000"/>
              <a:gd name="csY0" fmla="*/ 552450 h 579776"/>
              <a:gd name="csX1" fmla="*/ 3086100 w 4953000"/>
              <a:gd name="csY1" fmla="*/ 552450 h 579776"/>
              <a:gd name="csX2" fmla="*/ 4953000 w 4953000"/>
              <a:gd name="csY2" fmla="*/ 0 h 579776"/>
              <a:gd name="csX0" fmla="*/ 0 w 4953000"/>
              <a:gd name="csY0" fmla="*/ 552450 h 579776"/>
              <a:gd name="csX1" fmla="*/ 3086100 w 4953000"/>
              <a:gd name="csY1" fmla="*/ 552450 h 579776"/>
              <a:gd name="csX2" fmla="*/ 3753358 w 4953000"/>
              <a:gd name="csY2" fmla="*/ 51228 h 579776"/>
              <a:gd name="csX3" fmla="*/ 4953000 w 4953000"/>
              <a:gd name="csY3" fmla="*/ 0 h 5797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53000" h="579776">
                <a:moveTo>
                  <a:pt x="0" y="552450"/>
                </a:moveTo>
                <a:cubicBezTo>
                  <a:pt x="1130300" y="598487"/>
                  <a:pt x="2251075" y="577850"/>
                  <a:pt x="3086100" y="552450"/>
                </a:cubicBezTo>
                <a:cubicBezTo>
                  <a:pt x="3789447" y="517135"/>
                  <a:pt x="3442208" y="143303"/>
                  <a:pt x="3753358" y="51228"/>
                </a:cubicBezTo>
                <a:cubicBezTo>
                  <a:pt x="4064508" y="-40847"/>
                  <a:pt x="4830847" y="56760"/>
                  <a:pt x="4953000" y="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E925C2D6-B6D3-079C-6425-81213F0CD537}"/>
              </a:ext>
            </a:extLst>
          </p:cNvPr>
          <p:cNvSpPr/>
          <p:nvPr/>
        </p:nvSpPr>
        <p:spPr>
          <a:xfrm flipV="1">
            <a:off x="2298643" y="5635232"/>
            <a:ext cx="4953000" cy="638614"/>
          </a:xfrm>
          <a:custGeom>
            <a:avLst/>
            <a:gdLst>
              <a:gd name="csX0" fmla="*/ 0 w 4953000"/>
              <a:gd name="csY0" fmla="*/ 552450 h 605609"/>
              <a:gd name="csX1" fmla="*/ 3086100 w 4953000"/>
              <a:gd name="csY1" fmla="*/ 552450 h 605609"/>
              <a:gd name="csX2" fmla="*/ 4953000 w 4953000"/>
              <a:gd name="csY2" fmla="*/ 0 h 605609"/>
              <a:gd name="csX0" fmla="*/ 0 w 4953000"/>
              <a:gd name="csY0" fmla="*/ 552450 h 605609"/>
              <a:gd name="csX1" fmla="*/ 3086100 w 4953000"/>
              <a:gd name="csY1" fmla="*/ 552450 h 605609"/>
              <a:gd name="csX2" fmla="*/ 4953000 w 4953000"/>
              <a:gd name="csY2" fmla="*/ 0 h 605609"/>
              <a:gd name="csX0" fmla="*/ 0 w 4953000"/>
              <a:gd name="csY0" fmla="*/ 552450 h 574396"/>
              <a:gd name="csX1" fmla="*/ 3086100 w 4953000"/>
              <a:gd name="csY1" fmla="*/ 552450 h 574396"/>
              <a:gd name="csX2" fmla="*/ 4953000 w 4953000"/>
              <a:gd name="csY2" fmla="*/ 0 h 574396"/>
              <a:gd name="csX0" fmla="*/ 0 w 4953000"/>
              <a:gd name="csY0" fmla="*/ 552450 h 579776"/>
              <a:gd name="csX1" fmla="*/ 3086100 w 4953000"/>
              <a:gd name="csY1" fmla="*/ 552450 h 579776"/>
              <a:gd name="csX2" fmla="*/ 4953000 w 4953000"/>
              <a:gd name="csY2" fmla="*/ 0 h 579776"/>
              <a:gd name="csX0" fmla="*/ 0 w 4953000"/>
              <a:gd name="csY0" fmla="*/ 599546 h 626872"/>
              <a:gd name="csX1" fmla="*/ 3086100 w 4953000"/>
              <a:gd name="csY1" fmla="*/ 599546 h 626872"/>
              <a:gd name="csX2" fmla="*/ 3762944 w 4953000"/>
              <a:gd name="csY2" fmla="*/ 27391 h 626872"/>
              <a:gd name="csX3" fmla="*/ 4953000 w 4953000"/>
              <a:gd name="csY3" fmla="*/ 47096 h 6268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53000" h="626872">
                <a:moveTo>
                  <a:pt x="0" y="599546"/>
                </a:moveTo>
                <a:cubicBezTo>
                  <a:pt x="1130300" y="645583"/>
                  <a:pt x="2251075" y="624946"/>
                  <a:pt x="3086100" y="599546"/>
                </a:cubicBezTo>
                <a:cubicBezTo>
                  <a:pt x="3766106" y="570541"/>
                  <a:pt x="3451794" y="119466"/>
                  <a:pt x="3762944" y="27391"/>
                </a:cubicBezTo>
                <a:cubicBezTo>
                  <a:pt x="4074094" y="-64684"/>
                  <a:pt x="4807506" y="110166"/>
                  <a:pt x="4953000" y="47096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86C29C9F-C630-6096-989C-936102815791}"/>
              </a:ext>
            </a:extLst>
          </p:cNvPr>
          <p:cNvSpPr/>
          <p:nvPr/>
        </p:nvSpPr>
        <p:spPr>
          <a:xfrm flipV="1">
            <a:off x="2314067" y="4292229"/>
            <a:ext cx="4953000" cy="220759"/>
          </a:xfrm>
          <a:custGeom>
            <a:avLst/>
            <a:gdLst>
              <a:gd name="csX0" fmla="*/ 0 w 4953000"/>
              <a:gd name="csY0" fmla="*/ 552450 h 605609"/>
              <a:gd name="csX1" fmla="*/ 3086100 w 4953000"/>
              <a:gd name="csY1" fmla="*/ 552450 h 605609"/>
              <a:gd name="csX2" fmla="*/ 4953000 w 4953000"/>
              <a:gd name="csY2" fmla="*/ 0 h 605609"/>
              <a:gd name="csX0" fmla="*/ 0 w 4953000"/>
              <a:gd name="csY0" fmla="*/ 552450 h 605609"/>
              <a:gd name="csX1" fmla="*/ 3086100 w 4953000"/>
              <a:gd name="csY1" fmla="*/ 552450 h 605609"/>
              <a:gd name="csX2" fmla="*/ 4953000 w 4953000"/>
              <a:gd name="csY2" fmla="*/ 0 h 605609"/>
              <a:gd name="csX0" fmla="*/ 0 w 4953000"/>
              <a:gd name="csY0" fmla="*/ 552450 h 574396"/>
              <a:gd name="csX1" fmla="*/ 3086100 w 4953000"/>
              <a:gd name="csY1" fmla="*/ 552450 h 574396"/>
              <a:gd name="csX2" fmla="*/ 4953000 w 4953000"/>
              <a:gd name="csY2" fmla="*/ 0 h 574396"/>
              <a:gd name="csX0" fmla="*/ 0 w 4953000"/>
              <a:gd name="csY0" fmla="*/ 552450 h 579776"/>
              <a:gd name="csX1" fmla="*/ 3086100 w 4953000"/>
              <a:gd name="csY1" fmla="*/ 552450 h 579776"/>
              <a:gd name="csX2" fmla="*/ 4953000 w 4953000"/>
              <a:gd name="csY2" fmla="*/ 0 h 579776"/>
              <a:gd name="csX0" fmla="*/ 0 w 4953000"/>
              <a:gd name="csY0" fmla="*/ 635564 h 662890"/>
              <a:gd name="csX1" fmla="*/ 3086100 w 4953000"/>
              <a:gd name="csY1" fmla="*/ 635564 h 662890"/>
              <a:gd name="csX2" fmla="*/ 3762883 w 4953000"/>
              <a:gd name="csY2" fmla="*/ 23010 h 662890"/>
              <a:gd name="csX3" fmla="*/ 4953000 w 4953000"/>
              <a:gd name="csY3" fmla="*/ 83114 h 6628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53000" h="662890">
                <a:moveTo>
                  <a:pt x="0" y="635564"/>
                </a:moveTo>
                <a:cubicBezTo>
                  <a:pt x="1130300" y="681601"/>
                  <a:pt x="2251075" y="660964"/>
                  <a:pt x="3086100" y="635564"/>
                </a:cubicBezTo>
                <a:cubicBezTo>
                  <a:pt x="3756110" y="609742"/>
                  <a:pt x="3451733" y="115085"/>
                  <a:pt x="3762883" y="23010"/>
                </a:cubicBezTo>
                <a:cubicBezTo>
                  <a:pt x="4074033" y="-69065"/>
                  <a:pt x="4797510" y="149367"/>
                  <a:pt x="4953000" y="83114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B2EBC8-A9D6-B5C9-AD29-0798A000DECF}"/>
              </a:ext>
            </a:extLst>
          </p:cNvPr>
          <p:cNvSpPr/>
          <p:nvPr/>
        </p:nvSpPr>
        <p:spPr>
          <a:xfrm>
            <a:off x="6209813" y="543370"/>
            <a:ext cx="3946660" cy="86607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E16C6E-319F-92D5-F2DA-48E2394EF6B3}"/>
              </a:ext>
            </a:extLst>
          </p:cNvPr>
          <p:cNvSpPr/>
          <p:nvPr/>
        </p:nvSpPr>
        <p:spPr>
          <a:xfrm>
            <a:off x="6208535" y="2276234"/>
            <a:ext cx="3947937" cy="86607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493370-29B8-B72E-37AA-2CEF8797560B}"/>
              </a:ext>
            </a:extLst>
          </p:cNvPr>
          <p:cNvSpPr/>
          <p:nvPr/>
        </p:nvSpPr>
        <p:spPr>
          <a:xfrm>
            <a:off x="6208535" y="4054264"/>
            <a:ext cx="3947937" cy="86607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FBF7B-3D56-D0EE-5BEC-C3C9BEB2D6D5}"/>
              </a:ext>
            </a:extLst>
          </p:cNvPr>
          <p:cNvSpPr/>
          <p:nvPr/>
        </p:nvSpPr>
        <p:spPr>
          <a:xfrm>
            <a:off x="6221149" y="5814653"/>
            <a:ext cx="3935324" cy="86607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93A995-61E9-80F0-5969-FD344CC20DCE}"/>
              </a:ext>
            </a:extLst>
          </p:cNvPr>
          <p:cNvSpPr txBox="1"/>
          <p:nvPr/>
        </p:nvSpPr>
        <p:spPr>
          <a:xfrm>
            <a:off x="7183539" y="500979"/>
            <a:ext cx="6014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>
                <a:solidFill>
                  <a:srgbClr val="0070C0"/>
                </a:solidFill>
              </a:rPr>
              <a:t>Decode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DAB1B1-061F-06C8-02D3-819568521ACC}"/>
              </a:ext>
            </a:extLst>
          </p:cNvPr>
          <p:cNvGrpSpPr>
            <a:grpSpLocks noChangeAspect="1"/>
          </p:cNvGrpSpPr>
          <p:nvPr/>
        </p:nvGrpSpPr>
        <p:grpSpPr>
          <a:xfrm>
            <a:off x="7284033" y="6058259"/>
            <a:ext cx="411851" cy="351150"/>
            <a:chOff x="3251348" y="1795096"/>
            <a:chExt cx="3827633" cy="326351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169A38B-2D52-321A-6BE3-662A56543F38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39F5FA0-8D24-A907-1583-7A39793A6C9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D6D4A470-3C6D-919B-CA0F-23640B790629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7DAE09F5-1D32-CD79-3967-73915069E41B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C2C17845-1FDD-EDE0-C8AA-C599E87A54F1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A535210B-26FD-6E97-DDBE-2AF45BA4CF68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9B2488B6-4FFE-C686-18DF-46691896BD5B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2D5558C3-2F42-9C09-E2C8-B0EDB7C2CE92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88D6EB41-39C6-B315-5D2C-70C816A90165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3EF5694A-D59C-02E8-3631-341D3AEDF53E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2C6CCB7A-B475-107B-95F5-1C93EDA35F7E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91E1E4D1-015E-2079-2A81-C116E8D02046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87EE6635-3080-3546-8F06-DC4995471DEE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91" name="Rectangle: Rounded Corners 90">
                  <a:extLst>
                    <a:ext uri="{FF2B5EF4-FFF2-40B4-BE49-F238E27FC236}">
                      <a16:creationId xmlns:a16="http://schemas.microsoft.com/office/drawing/2014/main" id="{E2B5C0B2-93EC-AF29-FC75-3A1A24CFAB63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Rectangle: Rounded Corners 93">
                  <a:extLst>
                    <a:ext uri="{FF2B5EF4-FFF2-40B4-BE49-F238E27FC236}">
                      <a16:creationId xmlns:a16="http://schemas.microsoft.com/office/drawing/2014/main" id="{1A587CC3-174D-0BC1-8FB5-EC0A40D763C8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Rectangle: Rounded Corners 94">
                  <a:extLst>
                    <a:ext uri="{FF2B5EF4-FFF2-40B4-BE49-F238E27FC236}">
                      <a16:creationId xmlns:a16="http://schemas.microsoft.com/office/drawing/2014/main" id="{979A385D-024F-CAA7-3400-47A44299AB90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Rectangle: Rounded Corners 95">
                  <a:extLst>
                    <a:ext uri="{FF2B5EF4-FFF2-40B4-BE49-F238E27FC236}">
                      <a16:creationId xmlns:a16="http://schemas.microsoft.com/office/drawing/2014/main" id="{8EDDCB89-E783-4FF2-983A-9F3F8E9AD4AC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74F2D90D-B280-C6BD-5A36-EB9D982E64E8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D8308009-BC57-5B01-39F2-582F562BE9E3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59E30419-B42F-9F48-7E46-3F5E6D1E7821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3645B9A8-2CF2-9E33-9466-1CC28EE5FA94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40846C80-5291-D388-790B-F82C9B3D3608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6F762C6-03E0-2361-8B63-4C715F9D2B0E}"/>
              </a:ext>
            </a:extLst>
          </p:cNvPr>
          <p:cNvGrpSpPr>
            <a:grpSpLocks noChangeAspect="1"/>
          </p:cNvGrpSpPr>
          <p:nvPr/>
        </p:nvGrpSpPr>
        <p:grpSpPr>
          <a:xfrm>
            <a:off x="7284033" y="4302974"/>
            <a:ext cx="411851" cy="351150"/>
            <a:chOff x="3251348" y="1795096"/>
            <a:chExt cx="3827633" cy="3263516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A7310584-7791-6812-5F3A-CC8C878E0DBE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D94766D3-1C17-1E9C-38B2-CCA0B24FB11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B9D1A84-6F86-D4D0-9130-3DF92E9CA0C8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AB8F0829-B40A-D987-BF49-9C7FB32877FD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02" name="Rectangle: Rounded Corners 101">
                <a:extLst>
                  <a:ext uri="{FF2B5EF4-FFF2-40B4-BE49-F238E27FC236}">
                    <a16:creationId xmlns:a16="http://schemas.microsoft.com/office/drawing/2014/main" id="{B3C4709D-1B46-42C8-32B9-D7FCD138165B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Rectangle: Rounded Corners 102">
                <a:extLst>
                  <a:ext uri="{FF2B5EF4-FFF2-40B4-BE49-F238E27FC236}">
                    <a16:creationId xmlns:a16="http://schemas.microsoft.com/office/drawing/2014/main" id="{41AE04CF-3A3C-D5AE-2659-2D385DA54EED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id="{3A76707F-5621-66F2-B94A-62BDBD11DD3C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: Rounded Corners 104">
                <a:extLst>
                  <a:ext uri="{FF2B5EF4-FFF2-40B4-BE49-F238E27FC236}">
                    <a16:creationId xmlns:a16="http://schemas.microsoft.com/office/drawing/2014/main" id="{BB7AE6FF-7227-78AD-6C23-63E8E151DCD2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: Rounded Corners 105">
                <a:extLst>
                  <a:ext uri="{FF2B5EF4-FFF2-40B4-BE49-F238E27FC236}">
                    <a16:creationId xmlns:a16="http://schemas.microsoft.com/office/drawing/2014/main" id="{CBF1AB04-B207-B1EA-B613-A6960B270C3E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Rectangle: Rounded Corners 106">
                <a:extLst>
                  <a:ext uri="{FF2B5EF4-FFF2-40B4-BE49-F238E27FC236}">
                    <a16:creationId xmlns:a16="http://schemas.microsoft.com/office/drawing/2014/main" id="{3F9C1040-8C5B-4AA7-E4D2-574E764ACE6A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Rectangle: Rounded Corners 107">
                <a:extLst>
                  <a:ext uri="{FF2B5EF4-FFF2-40B4-BE49-F238E27FC236}">
                    <a16:creationId xmlns:a16="http://schemas.microsoft.com/office/drawing/2014/main" id="{31B44ADA-4CA8-E25B-21C3-4F799A20EC4F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Rectangle: Rounded Corners 108">
                <a:extLst>
                  <a:ext uri="{FF2B5EF4-FFF2-40B4-BE49-F238E27FC236}">
                    <a16:creationId xmlns:a16="http://schemas.microsoft.com/office/drawing/2014/main" id="{42136862-FA45-4518-9506-98D9C9B08295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B4B4CB7E-F180-9B9C-BCF5-B6D4A370A7AA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16" name="Rectangle: Rounded Corners 115">
                  <a:extLst>
                    <a:ext uri="{FF2B5EF4-FFF2-40B4-BE49-F238E27FC236}">
                      <a16:creationId xmlns:a16="http://schemas.microsoft.com/office/drawing/2014/main" id="{8CF43549-06EF-0F7E-DBE9-64CD78C74E39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: Rounded Corners 116">
                  <a:extLst>
                    <a:ext uri="{FF2B5EF4-FFF2-40B4-BE49-F238E27FC236}">
                      <a16:creationId xmlns:a16="http://schemas.microsoft.com/office/drawing/2014/main" id="{B1343745-3152-EBFC-2F5F-211720DB69E9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" name="Rectangle: Rounded Corners 117">
                  <a:extLst>
                    <a:ext uri="{FF2B5EF4-FFF2-40B4-BE49-F238E27FC236}">
                      <a16:creationId xmlns:a16="http://schemas.microsoft.com/office/drawing/2014/main" id="{49088675-CC17-E66B-2151-145628672D4F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Rectangle: Rounded Corners 118">
                  <a:extLst>
                    <a:ext uri="{FF2B5EF4-FFF2-40B4-BE49-F238E27FC236}">
                      <a16:creationId xmlns:a16="http://schemas.microsoft.com/office/drawing/2014/main" id="{C0D0043A-FD1C-E78C-DDE7-718710D7F032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0C9DF7AC-ACB8-F3CC-896E-B10CACF01CC2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12" name="Rectangle: Rounded Corners 111">
                  <a:extLst>
                    <a:ext uri="{FF2B5EF4-FFF2-40B4-BE49-F238E27FC236}">
                      <a16:creationId xmlns:a16="http://schemas.microsoft.com/office/drawing/2014/main" id="{C33E0C37-C75F-6AA6-80E5-C91A16386D50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: Rounded Corners 112">
                  <a:extLst>
                    <a:ext uri="{FF2B5EF4-FFF2-40B4-BE49-F238E27FC236}">
                      <a16:creationId xmlns:a16="http://schemas.microsoft.com/office/drawing/2014/main" id="{3B70EBE8-2878-4536-17D8-9A7EF7FCFA93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: Rounded Corners 113">
                  <a:extLst>
                    <a:ext uri="{FF2B5EF4-FFF2-40B4-BE49-F238E27FC236}">
                      <a16:creationId xmlns:a16="http://schemas.microsoft.com/office/drawing/2014/main" id="{83B0F2AC-311D-5BB0-830B-78275321D333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: Rounded Corners 114">
                  <a:extLst>
                    <a:ext uri="{FF2B5EF4-FFF2-40B4-BE49-F238E27FC236}">
                      <a16:creationId xmlns:a16="http://schemas.microsoft.com/office/drawing/2014/main" id="{B414D13C-179A-374E-623B-05825313402B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73BA299C-0B0A-7901-2DE9-6352F757A02E}"/>
              </a:ext>
            </a:extLst>
          </p:cNvPr>
          <p:cNvGrpSpPr>
            <a:grpSpLocks noChangeAspect="1"/>
          </p:cNvGrpSpPr>
          <p:nvPr/>
        </p:nvGrpSpPr>
        <p:grpSpPr>
          <a:xfrm>
            <a:off x="7284033" y="2547688"/>
            <a:ext cx="411851" cy="351150"/>
            <a:chOff x="3251348" y="1795096"/>
            <a:chExt cx="3827633" cy="3263516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D249CAB2-3292-D0F5-35AF-956C9456FAE3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7E75F018-A717-E686-12E1-8D05C39F484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DEE99A7B-2240-EDA1-3A08-D2DE99B34042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48DBAA60-7A8F-CD34-080B-EB28DA7F50FB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25" name="Rectangle: Rounded Corners 124">
                <a:extLst>
                  <a:ext uri="{FF2B5EF4-FFF2-40B4-BE49-F238E27FC236}">
                    <a16:creationId xmlns:a16="http://schemas.microsoft.com/office/drawing/2014/main" id="{414611B9-DE14-BEF4-2801-EFC1C4877A03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Rectangle: Rounded Corners 125">
                <a:extLst>
                  <a:ext uri="{FF2B5EF4-FFF2-40B4-BE49-F238E27FC236}">
                    <a16:creationId xmlns:a16="http://schemas.microsoft.com/office/drawing/2014/main" id="{D590FB24-2B1F-8375-E954-B472A5F9EC99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Rectangle: Rounded Corners 126">
                <a:extLst>
                  <a:ext uri="{FF2B5EF4-FFF2-40B4-BE49-F238E27FC236}">
                    <a16:creationId xmlns:a16="http://schemas.microsoft.com/office/drawing/2014/main" id="{42305E03-5C8C-8F1E-B176-EB7C09830007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tangle: Rounded Corners 127">
                <a:extLst>
                  <a:ext uri="{FF2B5EF4-FFF2-40B4-BE49-F238E27FC236}">
                    <a16:creationId xmlns:a16="http://schemas.microsoft.com/office/drawing/2014/main" id="{82F533CB-43F7-87E0-6A15-93A13D0CDD0F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Rectangle: Rounded Corners 128">
                <a:extLst>
                  <a:ext uri="{FF2B5EF4-FFF2-40B4-BE49-F238E27FC236}">
                    <a16:creationId xmlns:a16="http://schemas.microsoft.com/office/drawing/2014/main" id="{F2263715-D258-4423-039B-F03410B22E80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ectangle: Rounded Corners 129">
                <a:extLst>
                  <a:ext uri="{FF2B5EF4-FFF2-40B4-BE49-F238E27FC236}">
                    <a16:creationId xmlns:a16="http://schemas.microsoft.com/office/drawing/2014/main" id="{7144ED20-10EB-B3F5-A150-E4CCC9CEA990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Rectangle: Rounded Corners 130">
                <a:extLst>
                  <a:ext uri="{FF2B5EF4-FFF2-40B4-BE49-F238E27FC236}">
                    <a16:creationId xmlns:a16="http://schemas.microsoft.com/office/drawing/2014/main" id="{A30C194C-FB23-1442-9F9D-4B2B12B35547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Rectangle: Rounded Corners 131">
                <a:extLst>
                  <a:ext uri="{FF2B5EF4-FFF2-40B4-BE49-F238E27FC236}">
                    <a16:creationId xmlns:a16="http://schemas.microsoft.com/office/drawing/2014/main" id="{9FD37BD9-5898-5E6A-9491-EA0A3C680CDA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84FCE67E-04A4-41CB-20E1-A02F6A55C16C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89" name="Rectangle: Rounded Corners 188">
                  <a:extLst>
                    <a:ext uri="{FF2B5EF4-FFF2-40B4-BE49-F238E27FC236}">
                      <a16:creationId xmlns:a16="http://schemas.microsoft.com/office/drawing/2014/main" id="{8C538C23-D39F-21F3-5DBA-0180A6238326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" name="Rectangle: Rounded Corners 189">
                  <a:extLst>
                    <a:ext uri="{FF2B5EF4-FFF2-40B4-BE49-F238E27FC236}">
                      <a16:creationId xmlns:a16="http://schemas.microsoft.com/office/drawing/2014/main" id="{DA0CF4DE-36D5-1644-B89F-675EAF85A091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" name="Rectangle: Rounded Corners 190">
                  <a:extLst>
                    <a:ext uri="{FF2B5EF4-FFF2-40B4-BE49-F238E27FC236}">
                      <a16:creationId xmlns:a16="http://schemas.microsoft.com/office/drawing/2014/main" id="{E5AB32FA-2CB1-1807-B332-172C653B4AC8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" name="Rectangle: Rounded Corners 191">
                  <a:extLst>
                    <a:ext uri="{FF2B5EF4-FFF2-40B4-BE49-F238E27FC236}">
                      <a16:creationId xmlns:a16="http://schemas.microsoft.com/office/drawing/2014/main" id="{006D5812-BCBE-FB71-93F0-BAC1C852166F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020A01CD-41E0-DC23-AECF-F178D7BE8AD2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35" name="Rectangle: Rounded Corners 134">
                  <a:extLst>
                    <a:ext uri="{FF2B5EF4-FFF2-40B4-BE49-F238E27FC236}">
                      <a16:creationId xmlns:a16="http://schemas.microsoft.com/office/drawing/2014/main" id="{71906969-820D-2F9E-BAAE-D994FC24FD16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" name="Rectangle: Rounded Corners 185">
                  <a:extLst>
                    <a:ext uri="{FF2B5EF4-FFF2-40B4-BE49-F238E27FC236}">
                      <a16:creationId xmlns:a16="http://schemas.microsoft.com/office/drawing/2014/main" id="{F737C3FE-0BB9-CFC1-EB28-42498C6DD2DB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" name="Rectangle: Rounded Corners 186">
                  <a:extLst>
                    <a:ext uri="{FF2B5EF4-FFF2-40B4-BE49-F238E27FC236}">
                      <a16:creationId xmlns:a16="http://schemas.microsoft.com/office/drawing/2014/main" id="{E18E2B93-2DE5-730C-9766-4076AA4387BE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" name="Rectangle: Rounded Corners 187">
                  <a:extLst>
                    <a:ext uri="{FF2B5EF4-FFF2-40B4-BE49-F238E27FC236}">
                      <a16:creationId xmlns:a16="http://schemas.microsoft.com/office/drawing/2014/main" id="{8F7B0D0D-9DB6-94D0-9AC3-E8B73EC200B7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24FA0779-16D8-5D47-6B97-5D6B173E775A}"/>
              </a:ext>
            </a:extLst>
          </p:cNvPr>
          <p:cNvGrpSpPr>
            <a:grpSpLocks noChangeAspect="1"/>
          </p:cNvGrpSpPr>
          <p:nvPr/>
        </p:nvGrpSpPr>
        <p:grpSpPr>
          <a:xfrm>
            <a:off x="7284033" y="792402"/>
            <a:ext cx="411851" cy="351150"/>
            <a:chOff x="3251348" y="1795096"/>
            <a:chExt cx="3827633" cy="3263516"/>
          </a:xfrm>
        </p:grpSpPr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412BC3CE-E38A-537F-507C-531F26EAA34C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997831E6-E173-6124-A7DC-C4485E89C84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238AD0A3-BF69-C4A8-63AA-B0EAA6DC5371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A2466CA8-D908-6198-EDB7-76407849BAB1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98" name="Rectangle: Rounded Corners 197">
                <a:extLst>
                  <a:ext uri="{FF2B5EF4-FFF2-40B4-BE49-F238E27FC236}">
                    <a16:creationId xmlns:a16="http://schemas.microsoft.com/office/drawing/2014/main" id="{86708FB9-B52F-2E2C-A1C9-D487DD664485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Rectangle: Rounded Corners 198">
                <a:extLst>
                  <a:ext uri="{FF2B5EF4-FFF2-40B4-BE49-F238E27FC236}">
                    <a16:creationId xmlns:a16="http://schemas.microsoft.com/office/drawing/2014/main" id="{EB843270-9BE8-2610-1486-AD282EFA14DA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Rectangle: Rounded Corners 199">
                <a:extLst>
                  <a:ext uri="{FF2B5EF4-FFF2-40B4-BE49-F238E27FC236}">
                    <a16:creationId xmlns:a16="http://schemas.microsoft.com/office/drawing/2014/main" id="{88C56E61-3199-3101-9F5D-450154B22088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Rectangle: Rounded Corners 200">
                <a:extLst>
                  <a:ext uri="{FF2B5EF4-FFF2-40B4-BE49-F238E27FC236}">
                    <a16:creationId xmlns:a16="http://schemas.microsoft.com/office/drawing/2014/main" id="{ACC57E8E-E14F-1D59-C388-849AE29583FD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Rectangle: Rounded Corners 201">
                <a:extLst>
                  <a:ext uri="{FF2B5EF4-FFF2-40B4-BE49-F238E27FC236}">
                    <a16:creationId xmlns:a16="http://schemas.microsoft.com/office/drawing/2014/main" id="{7742CCDA-F56D-0FB7-9857-3E4DEF765FEA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Rectangle: Rounded Corners 202">
                <a:extLst>
                  <a:ext uri="{FF2B5EF4-FFF2-40B4-BE49-F238E27FC236}">
                    <a16:creationId xmlns:a16="http://schemas.microsoft.com/office/drawing/2014/main" id="{D8787D52-E7D7-AA2E-CFA3-3213216A389E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Rectangle: Rounded Corners 203">
                <a:extLst>
                  <a:ext uri="{FF2B5EF4-FFF2-40B4-BE49-F238E27FC236}">
                    <a16:creationId xmlns:a16="http://schemas.microsoft.com/office/drawing/2014/main" id="{BFB58E20-AFF6-977A-6D76-2C608BEC448C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Rectangle: Rounded Corners 204">
                <a:extLst>
                  <a:ext uri="{FF2B5EF4-FFF2-40B4-BE49-F238E27FC236}">
                    <a16:creationId xmlns:a16="http://schemas.microsoft.com/office/drawing/2014/main" id="{73FECE5F-CC23-2BE2-8BC3-7E07A5B89418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6" name="Group 205">
                <a:extLst>
                  <a:ext uri="{FF2B5EF4-FFF2-40B4-BE49-F238E27FC236}">
                    <a16:creationId xmlns:a16="http://schemas.microsoft.com/office/drawing/2014/main" id="{52FCF807-E73E-5234-796B-4F85EC0CF8B2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212" name="Rectangle: Rounded Corners 211">
                  <a:extLst>
                    <a:ext uri="{FF2B5EF4-FFF2-40B4-BE49-F238E27FC236}">
                      <a16:creationId xmlns:a16="http://schemas.microsoft.com/office/drawing/2014/main" id="{BA461C0F-38F5-0F7B-B967-1318C782677D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" name="Rectangle: Rounded Corners 212">
                  <a:extLst>
                    <a:ext uri="{FF2B5EF4-FFF2-40B4-BE49-F238E27FC236}">
                      <a16:creationId xmlns:a16="http://schemas.microsoft.com/office/drawing/2014/main" id="{346CB15D-82E8-C5EB-716F-16F395C29435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4" name="Rectangle: Rounded Corners 213">
                  <a:extLst>
                    <a:ext uri="{FF2B5EF4-FFF2-40B4-BE49-F238E27FC236}">
                      <a16:creationId xmlns:a16="http://schemas.microsoft.com/office/drawing/2014/main" id="{BD336181-8477-A2EE-31C1-F55737D8C3D0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5" name="Rectangle: Rounded Corners 214">
                  <a:extLst>
                    <a:ext uri="{FF2B5EF4-FFF2-40B4-BE49-F238E27FC236}">
                      <a16:creationId xmlns:a16="http://schemas.microsoft.com/office/drawing/2014/main" id="{ADF801CC-CD53-35E1-059E-A2567C402730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7" name="Group 206">
                <a:extLst>
                  <a:ext uri="{FF2B5EF4-FFF2-40B4-BE49-F238E27FC236}">
                    <a16:creationId xmlns:a16="http://schemas.microsoft.com/office/drawing/2014/main" id="{3485EF30-803E-F95D-490E-5F4872BF74D7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208" name="Rectangle: Rounded Corners 207">
                  <a:extLst>
                    <a:ext uri="{FF2B5EF4-FFF2-40B4-BE49-F238E27FC236}">
                      <a16:creationId xmlns:a16="http://schemas.microsoft.com/office/drawing/2014/main" id="{C7BC8E0B-3E01-CB73-F96D-BCE91444E430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" name="Rectangle: Rounded Corners 208">
                  <a:extLst>
                    <a:ext uri="{FF2B5EF4-FFF2-40B4-BE49-F238E27FC236}">
                      <a16:creationId xmlns:a16="http://schemas.microsoft.com/office/drawing/2014/main" id="{00DBAB61-E898-7FCF-E7F4-8F372259724E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" name="Rectangle: Rounded Corners 209">
                  <a:extLst>
                    <a:ext uri="{FF2B5EF4-FFF2-40B4-BE49-F238E27FC236}">
                      <a16:creationId xmlns:a16="http://schemas.microsoft.com/office/drawing/2014/main" id="{0ED03E02-A6A7-1E6A-9C2E-9F62D9B10BD8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" name="Rectangle: Rounded Corners 210">
                  <a:extLst>
                    <a:ext uri="{FF2B5EF4-FFF2-40B4-BE49-F238E27FC236}">
                      <a16:creationId xmlns:a16="http://schemas.microsoft.com/office/drawing/2014/main" id="{88B972A3-96EA-BEEF-7309-CA50CCEC7177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16" name="Rectangle: Rounded Corners 215">
            <a:extLst>
              <a:ext uri="{FF2B5EF4-FFF2-40B4-BE49-F238E27FC236}">
                <a16:creationId xmlns:a16="http://schemas.microsoft.com/office/drawing/2014/main" id="{E38AFE58-6827-E6A6-8D58-42422319FE35}"/>
              </a:ext>
            </a:extLst>
          </p:cNvPr>
          <p:cNvSpPr/>
          <p:nvPr/>
        </p:nvSpPr>
        <p:spPr>
          <a:xfrm>
            <a:off x="7189040" y="721688"/>
            <a:ext cx="601448" cy="5739938"/>
          </a:xfrm>
          <a:prstGeom prst="round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63F3E85-8E4F-4AD4-3F1F-359253F823D8}"/>
              </a:ext>
            </a:extLst>
          </p:cNvPr>
          <p:cNvSpPr txBox="1"/>
          <p:nvPr/>
        </p:nvSpPr>
        <p:spPr>
          <a:xfrm>
            <a:off x="7990718" y="500979"/>
            <a:ext cx="6014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>
                <a:solidFill>
                  <a:srgbClr val="0070C0"/>
                </a:solidFill>
              </a:rPr>
              <a:t>Decode</a:t>
            </a:r>
          </a:p>
        </p:txBody>
      </p: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8D680750-7D58-F0D0-3F10-01140D43220C}"/>
              </a:ext>
            </a:extLst>
          </p:cNvPr>
          <p:cNvGrpSpPr>
            <a:grpSpLocks noChangeAspect="1"/>
          </p:cNvGrpSpPr>
          <p:nvPr/>
        </p:nvGrpSpPr>
        <p:grpSpPr>
          <a:xfrm>
            <a:off x="8091212" y="6058259"/>
            <a:ext cx="411851" cy="351150"/>
            <a:chOff x="3251348" y="1795096"/>
            <a:chExt cx="3827633" cy="3263516"/>
          </a:xfrm>
        </p:grpSpPr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820522A1-7D1B-CDC3-485E-90826D5FA33F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4B93CCBF-BBA0-AD68-F0C3-58246BD9740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D55DF601-8556-BBB7-6C6B-52B70C145389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58379C04-0CD7-C28D-1446-E02C7D88650C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223" name="Rectangle: Rounded Corners 222">
                <a:extLst>
                  <a:ext uri="{FF2B5EF4-FFF2-40B4-BE49-F238E27FC236}">
                    <a16:creationId xmlns:a16="http://schemas.microsoft.com/office/drawing/2014/main" id="{DB7B6F86-9697-89A8-E98B-8A965E72D105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Rectangle: Rounded Corners 223">
                <a:extLst>
                  <a:ext uri="{FF2B5EF4-FFF2-40B4-BE49-F238E27FC236}">
                    <a16:creationId xmlns:a16="http://schemas.microsoft.com/office/drawing/2014/main" id="{20D9CF25-125C-3BC4-FAAF-E172D5878EB4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" name="Rectangle: Rounded Corners 224">
                <a:extLst>
                  <a:ext uri="{FF2B5EF4-FFF2-40B4-BE49-F238E27FC236}">
                    <a16:creationId xmlns:a16="http://schemas.microsoft.com/office/drawing/2014/main" id="{64BEF24E-72D8-3EFC-EEB6-E11A71A2E97B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" name="Rectangle: Rounded Corners 225">
                <a:extLst>
                  <a:ext uri="{FF2B5EF4-FFF2-40B4-BE49-F238E27FC236}">
                    <a16:creationId xmlns:a16="http://schemas.microsoft.com/office/drawing/2014/main" id="{0BD7974B-A152-2C23-4545-E4B27179107B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Rectangle: Rounded Corners 226">
                <a:extLst>
                  <a:ext uri="{FF2B5EF4-FFF2-40B4-BE49-F238E27FC236}">
                    <a16:creationId xmlns:a16="http://schemas.microsoft.com/office/drawing/2014/main" id="{099FF609-9456-CBA4-19A0-0A43241FF832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" name="Rectangle: Rounded Corners 227">
                <a:extLst>
                  <a:ext uri="{FF2B5EF4-FFF2-40B4-BE49-F238E27FC236}">
                    <a16:creationId xmlns:a16="http://schemas.microsoft.com/office/drawing/2014/main" id="{830C3FDA-407A-84F6-916C-900ECE625674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" name="Rectangle: Rounded Corners 228">
                <a:extLst>
                  <a:ext uri="{FF2B5EF4-FFF2-40B4-BE49-F238E27FC236}">
                    <a16:creationId xmlns:a16="http://schemas.microsoft.com/office/drawing/2014/main" id="{9BB08D33-CE38-2838-2DFD-514E40BE0F0C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" name="Rectangle: Rounded Corners 229">
                <a:extLst>
                  <a:ext uri="{FF2B5EF4-FFF2-40B4-BE49-F238E27FC236}">
                    <a16:creationId xmlns:a16="http://schemas.microsoft.com/office/drawing/2014/main" id="{6939375D-3BEE-6CC0-AFD0-25FF66A05EBA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31" name="Group 230">
                <a:extLst>
                  <a:ext uri="{FF2B5EF4-FFF2-40B4-BE49-F238E27FC236}">
                    <a16:creationId xmlns:a16="http://schemas.microsoft.com/office/drawing/2014/main" id="{3CCE4DBA-5785-8835-81C5-676B3C33AD60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402" name="Rectangle: Rounded Corners 401">
                  <a:extLst>
                    <a:ext uri="{FF2B5EF4-FFF2-40B4-BE49-F238E27FC236}">
                      <a16:creationId xmlns:a16="http://schemas.microsoft.com/office/drawing/2014/main" id="{EC8900F2-DC01-1FA2-C811-BE722E1E92B2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3" name="Rectangle: Rounded Corners 402">
                  <a:extLst>
                    <a:ext uri="{FF2B5EF4-FFF2-40B4-BE49-F238E27FC236}">
                      <a16:creationId xmlns:a16="http://schemas.microsoft.com/office/drawing/2014/main" id="{195D89B0-38C0-65CA-6A22-FA78908B4AB6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2" name="Rectangle: Rounded Corners 511">
                  <a:extLst>
                    <a:ext uri="{FF2B5EF4-FFF2-40B4-BE49-F238E27FC236}">
                      <a16:creationId xmlns:a16="http://schemas.microsoft.com/office/drawing/2014/main" id="{CF0B016B-3ECF-6AE3-D9E1-56846A5532DD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3" name="Rectangle: Rounded Corners 512">
                  <a:extLst>
                    <a:ext uri="{FF2B5EF4-FFF2-40B4-BE49-F238E27FC236}">
                      <a16:creationId xmlns:a16="http://schemas.microsoft.com/office/drawing/2014/main" id="{325A3052-FA6B-E9C6-B76C-60D6DD497990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2" name="Group 231">
                <a:extLst>
                  <a:ext uri="{FF2B5EF4-FFF2-40B4-BE49-F238E27FC236}">
                    <a16:creationId xmlns:a16="http://schemas.microsoft.com/office/drawing/2014/main" id="{8F80604A-5E86-0466-359B-1B17B24C657B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397" name="Rectangle: Rounded Corners 396">
                  <a:extLst>
                    <a:ext uri="{FF2B5EF4-FFF2-40B4-BE49-F238E27FC236}">
                      <a16:creationId xmlns:a16="http://schemas.microsoft.com/office/drawing/2014/main" id="{558601B5-C0BE-F845-638E-573DACA456E4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8" name="Rectangle: Rounded Corners 397">
                  <a:extLst>
                    <a:ext uri="{FF2B5EF4-FFF2-40B4-BE49-F238E27FC236}">
                      <a16:creationId xmlns:a16="http://schemas.microsoft.com/office/drawing/2014/main" id="{2B3CC325-764A-C754-9C5D-065D520D7A14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9" name="Rectangle: Rounded Corners 398">
                  <a:extLst>
                    <a:ext uri="{FF2B5EF4-FFF2-40B4-BE49-F238E27FC236}">
                      <a16:creationId xmlns:a16="http://schemas.microsoft.com/office/drawing/2014/main" id="{F9D2057E-CF8B-2419-9763-D0C384DCB732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0" name="Rectangle: Rounded Corners 399">
                  <a:extLst>
                    <a:ext uri="{FF2B5EF4-FFF2-40B4-BE49-F238E27FC236}">
                      <a16:creationId xmlns:a16="http://schemas.microsoft.com/office/drawing/2014/main" id="{87DB85D7-8769-3FA8-B479-66B4D67CBB4C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514" name="Group 513">
            <a:extLst>
              <a:ext uri="{FF2B5EF4-FFF2-40B4-BE49-F238E27FC236}">
                <a16:creationId xmlns:a16="http://schemas.microsoft.com/office/drawing/2014/main" id="{F5616E80-B7E4-DC01-B148-8E702B0CA108}"/>
              </a:ext>
            </a:extLst>
          </p:cNvPr>
          <p:cNvGrpSpPr>
            <a:grpSpLocks noChangeAspect="1"/>
          </p:cNvGrpSpPr>
          <p:nvPr/>
        </p:nvGrpSpPr>
        <p:grpSpPr>
          <a:xfrm>
            <a:off x="8091212" y="4302974"/>
            <a:ext cx="411851" cy="351150"/>
            <a:chOff x="3251348" y="1795096"/>
            <a:chExt cx="3827633" cy="3263516"/>
          </a:xfrm>
        </p:grpSpPr>
        <p:sp>
          <p:nvSpPr>
            <p:cNvPr id="515" name="Rectangle 514">
              <a:extLst>
                <a:ext uri="{FF2B5EF4-FFF2-40B4-BE49-F238E27FC236}">
                  <a16:creationId xmlns:a16="http://schemas.microsoft.com/office/drawing/2014/main" id="{250822C6-7EA1-26EA-72C9-99C0D497C5BB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16" name="Group 515">
              <a:extLst>
                <a:ext uri="{FF2B5EF4-FFF2-40B4-BE49-F238E27FC236}">
                  <a16:creationId xmlns:a16="http://schemas.microsoft.com/office/drawing/2014/main" id="{0DE7EEB2-FABE-C264-CB6E-5600D0F1AB3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99AB246E-EDD3-6035-2941-32B0A1DB9B51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15D43A4-9807-A5C1-433E-79172DECD298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519" name="Rectangle: Rounded Corners 518">
                <a:extLst>
                  <a:ext uri="{FF2B5EF4-FFF2-40B4-BE49-F238E27FC236}">
                    <a16:creationId xmlns:a16="http://schemas.microsoft.com/office/drawing/2014/main" id="{AF56BE37-03D9-7C19-039C-99DD184ACBD4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0" name="Rectangle: Rounded Corners 519">
                <a:extLst>
                  <a:ext uri="{FF2B5EF4-FFF2-40B4-BE49-F238E27FC236}">
                    <a16:creationId xmlns:a16="http://schemas.microsoft.com/office/drawing/2014/main" id="{E29C0A68-0042-C016-F5BD-E77F6A90C9DF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1" name="Rectangle: Rounded Corners 520">
                <a:extLst>
                  <a:ext uri="{FF2B5EF4-FFF2-40B4-BE49-F238E27FC236}">
                    <a16:creationId xmlns:a16="http://schemas.microsoft.com/office/drawing/2014/main" id="{13D6E2CB-C25E-BBF2-52F7-F1F5DDCBCC70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2" name="Rectangle: Rounded Corners 521">
                <a:extLst>
                  <a:ext uri="{FF2B5EF4-FFF2-40B4-BE49-F238E27FC236}">
                    <a16:creationId xmlns:a16="http://schemas.microsoft.com/office/drawing/2014/main" id="{B427F63B-B9BF-36A0-58B8-08C539D0BFAE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3" name="Rectangle: Rounded Corners 522">
                <a:extLst>
                  <a:ext uri="{FF2B5EF4-FFF2-40B4-BE49-F238E27FC236}">
                    <a16:creationId xmlns:a16="http://schemas.microsoft.com/office/drawing/2014/main" id="{EFAAD9FC-C0F5-C018-0055-027950CACF0D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4" name="Rectangle: Rounded Corners 523">
                <a:extLst>
                  <a:ext uri="{FF2B5EF4-FFF2-40B4-BE49-F238E27FC236}">
                    <a16:creationId xmlns:a16="http://schemas.microsoft.com/office/drawing/2014/main" id="{A49EB129-AC44-605B-599F-1D1848A256BC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5" name="Rectangle: Rounded Corners 524">
                <a:extLst>
                  <a:ext uri="{FF2B5EF4-FFF2-40B4-BE49-F238E27FC236}">
                    <a16:creationId xmlns:a16="http://schemas.microsoft.com/office/drawing/2014/main" id="{EA312B77-AE4F-CDB7-BBB3-A433C0AED472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6" name="Rectangle: Rounded Corners 525">
                <a:extLst>
                  <a:ext uri="{FF2B5EF4-FFF2-40B4-BE49-F238E27FC236}">
                    <a16:creationId xmlns:a16="http://schemas.microsoft.com/office/drawing/2014/main" id="{ACA1F99F-5155-6065-4F20-7925F9AC9EBE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28" name="Group 527">
                <a:extLst>
                  <a:ext uri="{FF2B5EF4-FFF2-40B4-BE49-F238E27FC236}">
                    <a16:creationId xmlns:a16="http://schemas.microsoft.com/office/drawing/2014/main" id="{DBBBEB0A-D0C1-87EC-0E0F-BD6EDFF94C3C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535" name="Rectangle: Rounded Corners 534">
                  <a:extLst>
                    <a:ext uri="{FF2B5EF4-FFF2-40B4-BE49-F238E27FC236}">
                      <a16:creationId xmlns:a16="http://schemas.microsoft.com/office/drawing/2014/main" id="{568C0E3F-2A7C-A82A-285B-5B62364A4D9B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6" name="Rectangle: Rounded Corners 535">
                  <a:extLst>
                    <a:ext uri="{FF2B5EF4-FFF2-40B4-BE49-F238E27FC236}">
                      <a16:creationId xmlns:a16="http://schemas.microsoft.com/office/drawing/2014/main" id="{BF766910-8F56-EBBC-F71A-9CEFF7562136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7" name="Rectangle: Rounded Corners 536">
                  <a:extLst>
                    <a:ext uri="{FF2B5EF4-FFF2-40B4-BE49-F238E27FC236}">
                      <a16:creationId xmlns:a16="http://schemas.microsoft.com/office/drawing/2014/main" id="{BAD296D7-383D-1E67-80AB-C178CA87AD08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8" name="Rectangle: Rounded Corners 537">
                  <a:extLst>
                    <a:ext uri="{FF2B5EF4-FFF2-40B4-BE49-F238E27FC236}">
                      <a16:creationId xmlns:a16="http://schemas.microsoft.com/office/drawing/2014/main" id="{EAC8FDFF-BBF7-C39C-9DC3-ABE66FA658AC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29" name="Group 528">
                <a:extLst>
                  <a:ext uri="{FF2B5EF4-FFF2-40B4-BE49-F238E27FC236}">
                    <a16:creationId xmlns:a16="http://schemas.microsoft.com/office/drawing/2014/main" id="{B940EAC6-B736-E8BD-4649-122233661869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531" name="Rectangle: Rounded Corners 530">
                  <a:extLst>
                    <a:ext uri="{FF2B5EF4-FFF2-40B4-BE49-F238E27FC236}">
                      <a16:creationId xmlns:a16="http://schemas.microsoft.com/office/drawing/2014/main" id="{474DE6F5-43C0-688B-2E71-4ECC042D44BF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2" name="Rectangle: Rounded Corners 531">
                  <a:extLst>
                    <a:ext uri="{FF2B5EF4-FFF2-40B4-BE49-F238E27FC236}">
                      <a16:creationId xmlns:a16="http://schemas.microsoft.com/office/drawing/2014/main" id="{60325DBE-9B59-E5BE-8237-2FB0F420D599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3" name="Rectangle: Rounded Corners 532">
                  <a:extLst>
                    <a:ext uri="{FF2B5EF4-FFF2-40B4-BE49-F238E27FC236}">
                      <a16:creationId xmlns:a16="http://schemas.microsoft.com/office/drawing/2014/main" id="{A31DFCCC-053F-F4FD-623F-7CB659210236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4" name="Rectangle: Rounded Corners 533">
                  <a:extLst>
                    <a:ext uri="{FF2B5EF4-FFF2-40B4-BE49-F238E27FC236}">
                      <a16:creationId xmlns:a16="http://schemas.microsoft.com/office/drawing/2014/main" id="{013881FF-BFF7-8177-B759-916BAE5B634D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539" name="Group 538">
            <a:extLst>
              <a:ext uri="{FF2B5EF4-FFF2-40B4-BE49-F238E27FC236}">
                <a16:creationId xmlns:a16="http://schemas.microsoft.com/office/drawing/2014/main" id="{ECF3DC9A-B870-E3DB-5DAA-04DE99052601}"/>
              </a:ext>
            </a:extLst>
          </p:cNvPr>
          <p:cNvGrpSpPr>
            <a:grpSpLocks noChangeAspect="1"/>
          </p:cNvGrpSpPr>
          <p:nvPr/>
        </p:nvGrpSpPr>
        <p:grpSpPr>
          <a:xfrm>
            <a:off x="8091212" y="2547688"/>
            <a:ext cx="411851" cy="351150"/>
            <a:chOff x="3251348" y="1795096"/>
            <a:chExt cx="3827633" cy="3263516"/>
          </a:xfrm>
        </p:grpSpPr>
        <p:sp>
          <p:nvSpPr>
            <p:cNvPr id="540" name="Rectangle 539">
              <a:extLst>
                <a:ext uri="{FF2B5EF4-FFF2-40B4-BE49-F238E27FC236}">
                  <a16:creationId xmlns:a16="http://schemas.microsoft.com/office/drawing/2014/main" id="{7C0749F7-7FFD-1F63-8EA3-50BC884E414A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0B8FD314-ED5A-2EAD-D61B-B712D7B4860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9C00B89D-E124-8D76-600A-080C86A18570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D9425F2C-88F8-2018-18CE-06041E9DF9D1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544" name="Rectangle: Rounded Corners 543">
                <a:extLst>
                  <a:ext uri="{FF2B5EF4-FFF2-40B4-BE49-F238E27FC236}">
                    <a16:creationId xmlns:a16="http://schemas.microsoft.com/office/drawing/2014/main" id="{F9CFB92A-7967-E59A-DD59-374D2F0C224D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5" name="Rectangle: Rounded Corners 544">
                <a:extLst>
                  <a:ext uri="{FF2B5EF4-FFF2-40B4-BE49-F238E27FC236}">
                    <a16:creationId xmlns:a16="http://schemas.microsoft.com/office/drawing/2014/main" id="{2150B107-81AA-4680-FBDD-2C786F6D5D52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6" name="Rectangle: Rounded Corners 545">
                <a:extLst>
                  <a:ext uri="{FF2B5EF4-FFF2-40B4-BE49-F238E27FC236}">
                    <a16:creationId xmlns:a16="http://schemas.microsoft.com/office/drawing/2014/main" id="{136888D6-BB8D-7980-3FCF-0DCDFA209968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7" name="Rectangle: Rounded Corners 546">
                <a:extLst>
                  <a:ext uri="{FF2B5EF4-FFF2-40B4-BE49-F238E27FC236}">
                    <a16:creationId xmlns:a16="http://schemas.microsoft.com/office/drawing/2014/main" id="{68522C7F-50AB-7EC4-5397-1BA2D7CC8675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8" name="Rectangle: Rounded Corners 547">
                <a:extLst>
                  <a:ext uri="{FF2B5EF4-FFF2-40B4-BE49-F238E27FC236}">
                    <a16:creationId xmlns:a16="http://schemas.microsoft.com/office/drawing/2014/main" id="{58DF83DB-C3BC-3A34-82AE-5B6B8B49F398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9" name="Rectangle: Rounded Corners 548">
                <a:extLst>
                  <a:ext uri="{FF2B5EF4-FFF2-40B4-BE49-F238E27FC236}">
                    <a16:creationId xmlns:a16="http://schemas.microsoft.com/office/drawing/2014/main" id="{C71511B1-890E-92C6-3F8A-2DD9115B6A23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0" name="Rectangle: Rounded Corners 549">
                <a:extLst>
                  <a:ext uri="{FF2B5EF4-FFF2-40B4-BE49-F238E27FC236}">
                    <a16:creationId xmlns:a16="http://schemas.microsoft.com/office/drawing/2014/main" id="{22C388CB-5D48-33DD-903D-A09F159E1312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1" name="Rectangle: Rounded Corners 550">
                <a:extLst>
                  <a:ext uri="{FF2B5EF4-FFF2-40B4-BE49-F238E27FC236}">
                    <a16:creationId xmlns:a16="http://schemas.microsoft.com/office/drawing/2014/main" id="{CF7AA1DF-B530-6699-FDC6-74B3FA7E5828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52" name="Group 551">
                <a:extLst>
                  <a:ext uri="{FF2B5EF4-FFF2-40B4-BE49-F238E27FC236}">
                    <a16:creationId xmlns:a16="http://schemas.microsoft.com/office/drawing/2014/main" id="{A550DD4A-21B7-A7A9-5ACF-0C62888D523C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559" name="Rectangle: Rounded Corners 558">
                  <a:extLst>
                    <a:ext uri="{FF2B5EF4-FFF2-40B4-BE49-F238E27FC236}">
                      <a16:creationId xmlns:a16="http://schemas.microsoft.com/office/drawing/2014/main" id="{A72CBF25-BF28-3B3E-EACF-7FBDD8BBD19E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0" name="Rectangle: Rounded Corners 559">
                  <a:extLst>
                    <a:ext uri="{FF2B5EF4-FFF2-40B4-BE49-F238E27FC236}">
                      <a16:creationId xmlns:a16="http://schemas.microsoft.com/office/drawing/2014/main" id="{611594A9-4E88-33C5-233C-634CE3CE46FB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1" name="Rectangle: Rounded Corners 560">
                  <a:extLst>
                    <a:ext uri="{FF2B5EF4-FFF2-40B4-BE49-F238E27FC236}">
                      <a16:creationId xmlns:a16="http://schemas.microsoft.com/office/drawing/2014/main" id="{4194D129-C3F7-679E-D888-FD37E0280AB5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2" name="Rectangle: Rounded Corners 561">
                  <a:extLst>
                    <a:ext uri="{FF2B5EF4-FFF2-40B4-BE49-F238E27FC236}">
                      <a16:creationId xmlns:a16="http://schemas.microsoft.com/office/drawing/2014/main" id="{E15C0C25-3D52-E135-E29D-F413F02CCB7D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54" name="Group 553">
                <a:extLst>
                  <a:ext uri="{FF2B5EF4-FFF2-40B4-BE49-F238E27FC236}">
                    <a16:creationId xmlns:a16="http://schemas.microsoft.com/office/drawing/2014/main" id="{70D9CE41-11EA-1F87-ED26-8A549922DF97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555" name="Rectangle: Rounded Corners 554">
                  <a:extLst>
                    <a:ext uri="{FF2B5EF4-FFF2-40B4-BE49-F238E27FC236}">
                      <a16:creationId xmlns:a16="http://schemas.microsoft.com/office/drawing/2014/main" id="{A4C61530-DCAE-04BB-C12C-7831E4D22749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6" name="Rectangle: Rounded Corners 555">
                  <a:extLst>
                    <a:ext uri="{FF2B5EF4-FFF2-40B4-BE49-F238E27FC236}">
                      <a16:creationId xmlns:a16="http://schemas.microsoft.com/office/drawing/2014/main" id="{4F6435C0-A139-D25E-51B3-1F8CAF23C12F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7" name="Rectangle: Rounded Corners 556">
                  <a:extLst>
                    <a:ext uri="{FF2B5EF4-FFF2-40B4-BE49-F238E27FC236}">
                      <a16:creationId xmlns:a16="http://schemas.microsoft.com/office/drawing/2014/main" id="{D8947671-E63E-02BD-7799-253A59343A4F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8" name="Rectangle: Rounded Corners 557">
                  <a:extLst>
                    <a:ext uri="{FF2B5EF4-FFF2-40B4-BE49-F238E27FC236}">
                      <a16:creationId xmlns:a16="http://schemas.microsoft.com/office/drawing/2014/main" id="{50685C99-70D2-06FA-EE65-8EFDBA39DCB6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563" name="Group 562">
            <a:extLst>
              <a:ext uri="{FF2B5EF4-FFF2-40B4-BE49-F238E27FC236}">
                <a16:creationId xmlns:a16="http://schemas.microsoft.com/office/drawing/2014/main" id="{86EB4777-95EE-E5EC-9719-F80C62237AD9}"/>
              </a:ext>
            </a:extLst>
          </p:cNvPr>
          <p:cNvGrpSpPr>
            <a:grpSpLocks noChangeAspect="1"/>
          </p:cNvGrpSpPr>
          <p:nvPr/>
        </p:nvGrpSpPr>
        <p:grpSpPr>
          <a:xfrm>
            <a:off x="8091212" y="792402"/>
            <a:ext cx="411851" cy="351150"/>
            <a:chOff x="3251348" y="1795096"/>
            <a:chExt cx="3827633" cy="3263516"/>
          </a:xfrm>
        </p:grpSpPr>
        <p:sp>
          <p:nvSpPr>
            <p:cNvPr id="565" name="Rectangle 564">
              <a:extLst>
                <a:ext uri="{FF2B5EF4-FFF2-40B4-BE49-F238E27FC236}">
                  <a16:creationId xmlns:a16="http://schemas.microsoft.com/office/drawing/2014/main" id="{FFAE441D-B8C7-3BB0-6497-66712EEA3AD2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66" name="Group 565">
              <a:extLst>
                <a:ext uri="{FF2B5EF4-FFF2-40B4-BE49-F238E27FC236}">
                  <a16:creationId xmlns:a16="http://schemas.microsoft.com/office/drawing/2014/main" id="{F3D59543-A234-8EEB-C32B-F4ED01B13DA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DF1236B0-0027-0E18-E427-201DA3B9DEE8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AF8480BC-B39C-243E-A926-BECF72EF4FDA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569" name="Rectangle: Rounded Corners 568">
                <a:extLst>
                  <a:ext uri="{FF2B5EF4-FFF2-40B4-BE49-F238E27FC236}">
                    <a16:creationId xmlns:a16="http://schemas.microsoft.com/office/drawing/2014/main" id="{3E664CF1-850E-E203-BAAA-D74A2DCB5101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0" name="Rectangle: Rounded Corners 569">
                <a:extLst>
                  <a:ext uri="{FF2B5EF4-FFF2-40B4-BE49-F238E27FC236}">
                    <a16:creationId xmlns:a16="http://schemas.microsoft.com/office/drawing/2014/main" id="{ACD3CF95-7641-DAC5-1AFB-954DDAEE7701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1" name="Rectangle: Rounded Corners 570">
                <a:extLst>
                  <a:ext uri="{FF2B5EF4-FFF2-40B4-BE49-F238E27FC236}">
                    <a16:creationId xmlns:a16="http://schemas.microsoft.com/office/drawing/2014/main" id="{AC986BED-1882-5D4E-5994-648863859825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2" name="Rectangle: Rounded Corners 571">
                <a:extLst>
                  <a:ext uri="{FF2B5EF4-FFF2-40B4-BE49-F238E27FC236}">
                    <a16:creationId xmlns:a16="http://schemas.microsoft.com/office/drawing/2014/main" id="{B73F29DD-DFCE-9981-CDF7-077DE8AB6686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4" name="Rectangle: Rounded Corners 573">
                <a:extLst>
                  <a:ext uri="{FF2B5EF4-FFF2-40B4-BE49-F238E27FC236}">
                    <a16:creationId xmlns:a16="http://schemas.microsoft.com/office/drawing/2014/main" id="{E5E7A64F-9D05-3EB1-84EC-12F7EEF23A07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5" name="Rectangle: Rounded Corners 574">
                <a:extLst>
                  <a:ext uri="{FF2B5EF4-FFF2-40B4-BE49-F238E27FC236}">
                    <a16:creationId xmlns:a16="http://schemas.microsoft.com/office/drawing/2014/main" id="{FD36DBC7-A6B7-8EC5-22C5-70EE1CAA77B0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0" name="Rectangle: Rounded Corners 719">
                <a:extLst>
                  <a:ext uri="{FF2B5EF4-FFF2-40B4-BE49-F238E27FC236}">
                    <a16:creationId xmlns:a16="http://schemas.microsoft.com/office/drawing/2014/main" id="{88DABEE9-480E-FC5F-C8E0-93A7E1B64320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1" name="Rectangle: Rounded Corners 720">
                <a:extLst>
                  <a:ext uri="{FF2B5EF4-FFF2-40B4-BE49-F238E27FC236}">
                    <a16:creationId xmlns:a16="http://schemas.microsoft.com/office/drawing/2014/main" id="{6A249D68-83D5-B845-1BFA-E7718154CF2C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22" name="Group 721">
                <a:extLst>
                  <a:ext uri="{FF2B5EF4-FFF2-40B4-BE49-F238E27FC236}">
                    <a16:creationId xmlns:a16="http://schemas.microsoft.com/office/drawing/2014/main" id="{BA5C94EC-485D-3A4F-E75A-ACB509A4D427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734" name="Rectangle: Rounded Corners 733">
                  <a:extLst>
                    <a:ext uri="{FF2B5EF4-FFF2-40B4-BE49-F238E27FC236}">
                      <a16:creationId xmlns:a16="http://schemas.microsoft.com/office/drawing/2014/main" id="{0A3555F7-CB45-D15B-689D-D5B5DA0B6E4D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5" name="Rectangle: Rounded Corners 734">
                  <a:extLst>
                    <a:ext uri="{FF2B5EF4-FFF2-40B4-BE49-F238E27FC236}">
                      <a16:creationId xmlns:a16="http://schemas.microsoft.com/office/drawing/2014/main" id="{A3929DF7-0FAA-9713-B6B8-203629A0CD2C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6" name="Rectangle: Rounded Corners 735">
                  <a:extLst>
                    <a:ext uri="{FF2B5EF4-FFF2-40B4-BE49-F238E27FC236}">
                      <a16:creationId xmlns:a16="http://schemas.microsoft.com/office/drawing/2014/main" id="{B0F37FBF-26D5-9AF5-B1E4-D3F2EEE8080A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7" name="Rectangle: Rounded Corners 736">
                  <a:extLst>
                    <a:ext uri="{FF2B5EF4-FFF2-40B4-BE49-F238E27FC236}">
                      <a16:creationId xmlns:a16="http://schemas.microsoft.com/office/drawing/2014/main" id="{937FA3D7-30BA-27CF-5D36-E413A1461829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23" name="Group 722">
                <a:extLst>
                  <a:ext uri="{FF2B5EF4-FFF2-40B4-BE49-F238E27FC236}">
                    <a16:creationId xmlns:a16="http://schemas.microsoft.com/office/drawing/2014/main" id="{FA2DC997-9470-814C-67CD-B5976DB4F5B0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730" name="Rectangle: Rounded Corners 729">
                  <a:extLst>
                    <a:ext uri="{FF2B5EF4-FFF2-40B4-BE49-F238E27FC236}">
                      <a16:creationId xmlns:a16="http://schemas.microsoft.com/office/drawing/2014/main" id="{8F471120-92E3-CCAF-7FE9-D824341DC5DC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1" name="Rectangle: Rounded Corners 730">
                  <a:extLst>
                    <a:ext uri="{FF2B5EF4-FFF2-40B4-BE49-F238E27FC236}">
                      <a16:creationId xmlns:a16="http://schemas.microsoft.com/office/drawing/2014/main" id="{62491572-E2BD-252C-C018-848A9601AA2F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2" name="Rectangle: Rounded Corners 731">
                  <a:extLst>
                    <a:ext uri="{FF2B5EF4-FFF2-40B4-BE49-F238E27FC236}">
                      <a16:creationId xmlns:a16="http://schemas.microsoft.com/office/drawing/2014/main" id="{F8BCFEF6-E35B-D282-B5F3-1F6A8D73DB52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3" name="Rectangle: Rounded Corners 732">
                  <a:extLst>
                    <a:ext uri="{FF2B5EF4-FFF2-40B4-BE49-F238E27FC236}">
                      <a16:creationId xmlns:a16="http://schemas.microsoft.com/office/drawing/2014/main" id="{840DE04D-4EBC-F202-38BD-EBBA9984B487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738" name="Rectangle: Rounded Corners 737">
            <a:extLst>
              <a:ext uri="{FF2B5EF4-FFF2-40B4-BE49-F238E27FC236}">
                <a16:creationId xmlns:a16="http://schemas.microsoft.com/office/drawing/2014/main" id="{CB939CE3-ED9D-0AEC-025A-4BB6810C02D7}"/>
              </a:ext>
            </a:extLst>
          </p:cNvPr>
          <p:cNvSpPr/>
          <p:nvPr/>
        </p:nvSpPr>
        <p:spPr>
          <a:xfrm>
            <a:off x="7996219" y="721688"/>
            <a:ext cx="601448" cy="5739938"/>
          </a:xfrm>
          <a:prstGeom prst="round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9" name="TextBox 738">
            <a:extLst>
              <a:ext uri="{FF2B5EF4-FFF2-40B4-BE49-F238E27FC236}">
                <a16:creationId xmlns:a16="http://schemas.microsoft.com/office/drawing/2014/main" id="{9A71E0BD-6F14-891D-21BC-B3B57D1AE2A2}"/>
              </a:ext>
            </a:extLst>
          </p:cNvPr>
          <p:cNvSpPr txBox="1"/>
          <p:nvPr/>
        </p:nvSpPr>
        <p:spPr>
          <a:xfrm>
            <a:off x="8713289" y="488317"/>
            <a:ext cx="6014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>
                <a:solidFill>
                  <a:srgbClr val="0070C0"/>
                </a:solidFill>
              </a:rPr>
              <a:t>Decode</a:t>
            </a:r>
          </a:p>
        </p:txBody>
      </p:sp>
      <p:grpSp>
        <p:nvGrpSpPr>
          <p:cNvPr id="740" name="Group 739">
            <a:extLst>
              <a:ext uri="{FF2B5EF4-FFF2-40B4-BE49-F238E27FC236}">
                <a16:creationId xmlns:a16="http://schemas.microsoft.com/office/drawing/2014/main" id="{CE24611F-8EC4-053F-0890-F3F9A27EF8B2}"/>
              </a:ext>
            </a:extLst>
          </p:cNvPr>
          <p:cNvGrpSpPr>
            <a:grpSpLocks noChangeAspect="1"/>
          </p:cNvGrpSpPr>
          <p:nvPr/>
        </p:nvGrpSpPr>
        <p:grpSpPr>
          <a:xfrm>
            <a:off x="8813783" y="6045597"/>
            <a:ext cx="411851" cy="351150"/>
            <a:chOff x="3251348" y="1795096"/>
            <a:chExt cx="3827633" cy="3263516"/>
          </a:xfrm>
        </p:grpSpPr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88D7657C-D248-1136-135D-3A3009D2BFBC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42" name="Group 741">
              <a:extLst>
                <a:ext uri="{FF2B5EF4-FFF2-40B4-BE49-F238E27FC236}">
                  <a16:creationId xmlns:a16="http://schemas.microsoft.com/office/drawing/2014/main" id="{8125AE85-DE94-7902-D040-4B249A74AE6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0F33FD93-F441-8905-3BEA-AFBA080927DE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FDD004E1-3A17-93FE-DC0E-A34A80155C1A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745" name="Rectangle: Rounded Corners 744">
                <a:extLst>
                  <a:ext uri="{FF2B5EF4-FFF2-40B4-BE49-F238E27FC236}">
                    <a16:creationId xmlns:a16="http://schemas.microsoft.com/office/drawing/2014/main" id="{BCF3A49B-718B-D262-426A-CC3256AD55E4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6" name="Rectangle: Rounded Corners 745">
                <a:extLst>
                  <a:ext uri="{FF2B5EF4-FFF2-40B4-BE49-F238E27FC236}">
                    <a16:creationId xmlns:a16="http://schemas.microsoft.com/office/drawing/2014/main" id="{BBD00297-4D78-4F71-E75C-7382637A80B0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7" name="Rectangle: Rounded Corners 746">
                <a:extLst>
                  <a:ext uri="{FF2B5EF4-FFF2-40B4-BE49-F238E27FC236}">
                    <a16:creationId xmlns:a16="http://schemas.microsoft.com/office/drawing/2014/main" id="{26C0B79A-977E-E93D-EFDE-510440987570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8" name="Rectangle: Rounded Corners 747">
                <a:extLst>
                  <a:ext uri="{FF2B5EF4-FFF2-40B4-BE49-F238E27FC236}">
                    <a16:creationId xmlns:a16="http://schemas.microsoft.com/office/drawing/2014/main" id="{1F001A05-5040-9F89-4939-7BD83F44F1AA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9" name="Rectangle: Rounded Corners 748">
                <a:extLst>
                  <a:ext uri="{FF2B5EF4-FFF2-40B4-BE49-F238E27FC236}">
                    <a16:creationId xmlns:a16="http://schemas.microsoft.com/office/drawing/2014/main" id="{02A31AED-7F2F-EC2A-1A7F-DDBB4BF3D6F6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0" name="Rectangle: Rounded Corners 749">
                <a:extLst>
                  <a:ext uri="{FF2B5EF4-FFF2-40B4-BE49-F238E27FC236}">
                    <a16:creationId xmlns:a16="http://schemas.microsoft.com/office/drawing/2014/main" id="{A2CAA38A-22FF-CF75-0594-DC11D3C8F3FC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1" name="Rectangle: Rounded Corners 750">
                <a:extLst>
                  <a:ext uri="{FF2B5EF4-FFF2-40B4-BE49-F238E27FC236}">
                    <a16:creationId xmlns:a16="http://schemas.microsoft.com/office/drawing/2014/main" id="{DFB57A9D-5E68-FF02-282D-AA94E6DA8B72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2" name="Rectangle: Rounded Corners 751">
                <a:extLst>
                  <a:ext uri="{FF2B5EF4-FFF2-40B4-BE49-F238E27FC236}">
                    <a16:creationId xmlns:a16="http://schemas.microsoft.com/office/drawing/2014/main" id="{4E9317D2-032F-EA40-F6F0-7D9B72BE87D7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53" name="Group 752">
                <a:extLst>
                  <a:ext uri="{FF2B5EF4-FFF2-40B4-BE49-F238E27FC236}">
                    <a16:creationId xmlns:a16="http://schemas.microsoft.com/office/drawing/2014/main" id="{42956161-9A8B-28CE-A495-2F1F052A6227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759" name="Rectangle: Rounded Corners 758">
                  <a:extLst>
                    <a:ext uri="{FF2B5EF4-FFF2-40B4-BE49-F238E27FC236}">
                      <a16:creationId xmlns:a16="http://schemas.microsoft.com/office/drawing/2014/main" id="{369E684D-14C5-1AB1-1F33-A38B75CE6102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0" name="Rectangle: Rounded Corners 759">
                  <a:extLst>
                    <a:ext uri="{FF2B5EF4-FFF2-40B4-BE49-F238E27FC236}">
                      <a16:creationId xmlns:a16="http://schemas.microsoft.com/office/drawing/2014/main" id="{A48C7771-4546-D6AE-A914-F5CD9DA41A89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1" name="Rectangle: Rounded Corners 760">
                  <a:extLst>
                    <a:ext uri="{FF2B5EF4-FFF2-40B4-BE49-F238E27FC236}">
                      <a16:creationId xmlns:a16="http://schemas.microsoft.com/office/drawing/2014/main" id="{1FA7D91C-0F6F-0B50-0A3D-CA7DD9520318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2" name="Rectangle: Rounded Corners 761">
                  <a:extLst>
                    <a:ext uri="{FF2B5EF4-FFF2-40B4-BE49-F238E27FC236}">
                      <a16:creationId xmlns:a16="http://schemas.microsoft.com/office/drawing/2014/main" id="{2991ED69-E40A-51CC-CB18-E5BDE9935858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54" name="Group 753">
                <a:extLst>
                  <a:ext uri="{FF2B5EF4-FFF2-40B4-BE49-F238E27FC236}">
                    <a16:creationId xmlns:a16="http://schemas.microsoft.com/office/drawing/2014/main" id="{54FA40C8-B159-DE1F-124B-EE3C0708B3F8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755" name="Rectangle: Rounded Corners 754">
                  <a:extLst>
                    <a:ext uri="{FF2B5EF4-FFF2-40B4-BE49-F238E27FC236}">
                      <a16:creationId xmlns:a16="http://schemas.microsoft.com/office/drawing/2014/main" id="{0667F23B-B595-D7B5-C9E6-243FDA572CD4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6" name="Rectangle: Rounded Corners 755">
                  <a:extLst>
                    <a:ext uri="{FF2B5EF4-FFF2-40B4-BE49-F238E27FC236}">
                      <a16:creationId xmlns:a16="http://schemas.microsoft.com/office/drawing/2014/main" id="{49036C04-98E1-72FC-8C53-04A6E9C0174A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7" name="Rectangle: Rounded Corners 756">
                  <a:extLst>
                    <a:ext uri="{FF2B5EF4-FFF2-40B4-BE49-F238E27FC236}">
                      <a16:creationId xmlns:a16="http://schemas.microsoft.com/office/drawing/2014/main" id="{4FF0A760-7F01-B454-74AB-59A0EB9A6023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8" name="Rectangle: Rounded Corners 757">
                  <a:extLst>
                    <a:ext uri="{FF2B5EF4-FFF2-40B4-BE49-F238E27FC236}">
                      <a16:creationId xmlns:a16="http://schemas.microsoft.com/office/drawing/2014/main" id="{4D0F029C-8405-7211-21BC-709BAF6126E8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763" name="Group 762">
            <a:extLst>
              <a:ext uri="{FF2B5EF4-FFF2-40B4-BE49-F238E27FC236}">
                <a16:creationId xmlns:a16="http://schemas.microsoft.com/office/drawing/2014/main" id="{7443AACD-5EB8-6753-5207-876D679171E6}"/>
              </a:ext>
            </a:extLst>
          </p:cNvPr>
          <p:cNvGrpSpPr>
            <a:grpSpLocks noChangeAspect="1"/>
          </p:cNvGrpSpPr>
          <p:nvPr/>
        </p:nvGrpSpPr>
        <p:grpSpPr>
          <a:xfrm>
            <a:off x="8813783" y="4290312"/>
            <a:ext cx="411851" cy="351150"/>
            <a:chOff x="3251348" y="1795096"/>
            <a:chExt cx="3827633" cy="3263516"/>
          </a:xfrm>
        </p:grpSpPr>
        <p:sp>
          <p:nvSpPr>
            <p:cNvPr id="764" name="Rectangle 763">
              <a:extLst>
                <a:ext uri="{FF2B5EF4-FFF2-40B4-BE49-F238E27FC236}">
                  <a16:creationId xmlns:a16="http://schemas.microsoft.com/office/drawing/2014/main" id="{00A4C01C-2DDA-10FA-0187-0F7AC6C8315C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65" name="Group 764">
              <a:extLst>
                <a:ext uri="{FF2B5EF4-FFF2-40B4-BE49-F238E27FC236}">
                  <a16:creationId xmlns:a16="http://schemas.microsoft.com/office/drawing/2014/main" id="{54049CC1-811D-6322-1978-2723C415DC5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FCD5B2BC-BBD7-9CFA-1807-477EF7A45B3E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394959F6-E390-BBA0-717E-B4BAA255A0A9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832" name="Rectangle: Rounded Corners 831">
                <a:extLst>
                  <a:ext uri="{FF2B5EF4-FFF2-40B4-BE49-F238E27FC236}">
                    <a16:creationId xmlns:a16="http://schemas.microsoft.com/office/drawing/2014/main" id="{8ECF63D5-8D92-ED9F-DDA2-57D1ED804C17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3" name="Rectangle: Rounded Corners 832">
                <a:extLst>
                  <a:ext uri="{FF2B5EF4-FFF2-40B4-BE49-F238E27FC236}">
                    <a16:creationId xmlns:a16="http://schemas.microsoft.com/office/drawing/2014/main" id="{10B91EDE-EBEC-DB47-5EC1-554883B3B0CD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4" name="Rectangle: Rounded Corners 833">
                <a:extLst>
                  <a:ext uri="{FF2B5EF4-FFF2-40B4-BE49-F238E27FC236}">
                    <a16:creationId xmlns:a16="http://schemas.microsoft.com/office/drawing/2014/main" id="{7F410F9F-C3C2-E6D5-33DB-940178F298C1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5" name="Rectangle: Rounded Corners 834">
                <a:extLst>
                  <a:ext uri="{FF2B5EF4-FFF2-40B4-BE49-F238E27FC236}">
                    <a16:creationId xmlns:a16="http://schemas.microsoft.com/office/drawing/2014/main" id="{CF98B315-6439-35D4-BA2D-5CFC463DE661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6" name="Rectangle: Rounded Corners 835">
                <a:extLst>
                  <a:ext uri="{FF2B5EF4-FFF2-40B4-BE49-F238E27FC236}">
                    <a16:creationId xmlns:a16="http://schemas.microsoft.com/office/drawing/2014/main" id="{4F465FDF-D864-3C95-85B9-7554741859D2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7" name="Rectangle: Rounded Corners 836">
                <a:extLst>
                  <a:ext uri="{FF2B5EF4-FFF2-40B4-BE49-F238E27FC236}">
                    <a16:creationId xmlns:a16="http://schemas.microsoft.com/office/drawing/2014/main" id="{CD12A016-1C9A-F085-A474-DFC3D4FC016A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8" name="Rectangle: Rounded Corners 837">
                <a:extLst>
                  <a:ext uri="{FF2B5EF4-FFF2-40B4-BE49-F238E27FC236}">
                    <a16:creationId xmlns:a16="http://schemas.microsoft.com/office/drawing/2014/main" id="{84E08C03-45F9-A901-300A-494F26329068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9" name="Rectangle: Rounded Corners 838">
                <a:extLst>
                  <a:ext uri="{FF2B5EF4-FFF2-40B4-BE49-F238E27FC236}">
                    <a16:creationId xmlns:a16="http://schemas.microsoft.com/office/drawing/2014/main" id="{17589E57-294F-5FAF-8AA8-B109A181F40D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40" name="Group 839">
                <a:extLst>
                  <a:ext uri="{FF2B5EF4-FFF2-40B4-BE49-F238E27FC236}">
                    <a16:creationId xmlns:a16="http://schemas.microsoft.com/office/drawing/2014/main" id="{1509FBA6-CCED-4F8F-C157-A968C787DDF3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846" name="Rectangle: Rounded Corners 845">
                  <a:extLst>
                    <a:ext uri="{FF2B5EF4-FFF2-40B4-BE49-F238E27FC236}">
                      <a16:creationId xmlns:a16="http://schemas.microsoft.com/office/drawing/2014/main" id="{DF22D027-A2F8-84D0-71D0-026E3A5FFF83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7" name="Rectangle: Rounded Corners 846">
                  <a:extLst>
                    <a:ext uri="{FF2B5EF4-FFF2-40B4-BE49-F238E27FC236}">
                      <a16:creationId xmlns:a16="http://schemas.microsoft.com/office/drawing/2014/main" id="{696826D4-6631-4C37-D877-8FA0F85DBEAE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8" name="Rectangle: Rounded Corners 847">
                  <a:extLst>
                    <a:ext uri="{FF2B5EF4-FFF2-40B4-BE49-F238E27FC236}">
                      <a16:creationId xmlns:a16="http://schemas.microsoft.com/office/drawing/2014/main" id="{B02906DD-822A-63DB-7E90-D2F2E303F3CA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9" name="Rectangle: Rounded Corners 848">
                  <a:extLst>
                    <a:ext uri="{FF2B5EF4-FFF2-40B4-BE49-F238E27FC236}">
                      <a16:creationId xmlns:a16="http://schemas.microsoft.com/office/drawing/2014/main" id="{F7CC910F-2D9A-526E-0F2D-1B86009C5C11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41" name="Group 840">
                <a:extLst>
                  <a:ext uri="{FF2B5EF4-FFF2-40B4-BE49-F238E27FC236}">
                    <a16:creationId xmlns:a16="http://schemas.microsoft.com/office/drawing/2014/main" id="{FAFB2EAF-A48D-1944-954D-96273C547076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842" name="Rectangle: Rounded Corners 841">
                  <a:extLst>
                    <a:ext uri="{FF2B5EF4-FFF2-40B4-BE49-F238E27FC236}">
                      <a16:creationId xmlns:a16="http://schemas.microsoft.com/office/drawing/2014/main" id="{EAEC7C92-0437-5DD7-C585-9DD62F643EBC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3" name="Rectangle: Rounded Corners 842">
                  <a:extLst>
                    <a:ext uri="{FF2B5EF4-FFF2-40B4-BE49-F238E27FC236}">
                      <a16:creationId xmlns:a16="http://schemas.microsoft.com/office/drawing/2014/main" id="{6AD63186-EBB0-5F64-4153-3A5564D0A6F6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4" name="Rectangle: Rounded Corners 843">
                  <a:extLst>
                    <a:ext uri="{FF2B5EF4-FFF2-40B4-BE49-F238E27FC236}">
                      <a16:creationId xmlns:a16="http://schemas.microsoft.com/office/drawing/2014/main" id="{94DC2D47-48E5-D812-EBEE-9B2128BCDD60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5" name="Rectangle: Rounded Corners 844">
                  <a:extLst>
                    <a:ext uri="{FF2B5EF4-FFF2-40B4-BE49-F238E27FC236}">
                      <a16:creationId xmlns:a16="http://schemas.microsoft.com/office/drawing/2014/main" id="{FBFD7811-EE1D-D19E-DF6C-EBB5CEE1406C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850" name="Group 849">
            <a:extLst>
              <a:ext uri="{FF2B5EF4-FFF2-40B4-BE49-F238E27FC236}">
                <a16:creationId xmlns:a16="http://schemas.microsoft.com/office/drawing/2014/main" id="{113A7046-D9A6-6233-ADE4-C65710FC772B}"/>
              </a:ext>
            </a:extLst>
          </p:cNvPr>
          <p:cNvGrpSpPr>
            <a:grpSpLocks noChangeAspect="1"/>
          </p:cNvGrpSpPr>
          <p:nvPr/>
        </p:nvGrpSpPr>
        <p:grpSpPr>
          <a:xfrm>
            <a:off x="8813783" y="2535026"/>
            <a:ext cx="411851" cy="351150"/>
            <a:chOff x="3251348" y="1795096"/>
            <a:chExt cx="3827633" cy="3263516"/>
          </a:xfrm>
        </p:grpSpPr>
        <p:sp>
          <p:nvSpPr>
            <p:cNvPr id="851" name="Rectangle 850">
              <a:extLst>
                <a:ext uri="{FF2B5EF4-FFF2-40B4-BE49-F238E27FC236}">
                  <a16:creationId xmlns:a16="http://schemas.microsoft.com/office/drawing/2014/main" id="{F6DBAF69-48CA-6AB0-C856-FC082CD78F61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52" name="Group 851">
              <a:extLst>
                <a:ext uri="{FF2B5EF4-FFF2-40B4-BE49-F238E27FC236}">
                  <a16:creationId xmlns:a16="http://schemas.microsoft.com/office/drawing/2014/main" id="{7BBBE6F0-AB7D-87D1-A65B-CDD637FD3F3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B48FF073-6CC4-3D50-7F8B-D1E8796328F3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9167BE05-88C9-9275-424E-E1FA43B09DF1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855" name="Rectangle: Rounded Corners 854">
                <a:extLst>
                  <a:ext uri="{FF2B5EF4-FFF2-40B4-BE49-F238E27FC236}">
                    <a16:creationId xmlns:a16="http://schemas.microsoft.com/office/drawing/2014/main" id="{9FE3737B-71A2-4F82-9C53-3C6E48E9C362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6" name="Rectangle: Rounded Corners 855">
                <a:extLst>
                  <a:ext uri="{FF2B5EF4-FFF2-40B4-BE49-F238E27FC236}">
                    <a16:creationId xmlns:a16="http://schemas.microsoft.com/office/drawing/2014/main" id="{4546A090-FC99-531C-5BF7-44D61A031E0C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7" name="Rectangle: Rounded Corners 856">
                <a:extLst>
                  <a:ext uri="{FF2B5EF4-FFF2-40B4-BE49-F238E27FC236}">
                    <a16:creationId xmlns:a16="http://schemas.microsoft.com/office/drawing/2014/main" id="{23929439-FC25-E644-77BB-02C180E7BD9C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8" name="Rectangle: Rounded Corners 857">
                <a:extLst>
                  <a:ext uri="{FF2B5EF4-FFF2-40B4-BE49-F238E27FC236}">
                    <a16:creationId xmlns:a16="http://schemas.microsoft.com/office/drawing/2014/main" id="{6D57157B-CB02-85DA-68C3-B42BB135F19F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9" name="Rectangle: Rounded Corners 858">
                <a:extLst>
                  <a:ext uri="{FF2B5EF4-FFF2-40B4-BE49-F238E27FC236}">
                    <a16:creationId xmlns:a16="http://schemas.microsoft.com/office/drawing/2014/main" id="{233EBE6F-460E-B1AC-5B19-760F1898DC71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0" name="Rectangle: Rounded Corners 859">
                <a:extLst>
                  <a:ext uri="{FF2B5EF4-FFF2-40B4-BE49-F238E27FC236}">
                    <a16:creationId xmlns:a16="http://schemas.microsoft.com/office/drawing/2014/main" id="{E37FEFD9-1BF8-B525-20C4-493256C4A4FA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1" name="Rectangle: Rounded Corners 860">
                <a:extLst>
                  <a:ext uri="{FF2B5EF4-FFF2-40B4-BE49-F238E27FC236}">
                    <a16:creationId xmlns:a16="http://schemas.microsoft.com/office/drawing/2014/main" id="{130BE3A6-F47C-4696-2786-54E8CCC30F4B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2" name="Rectangle: Rounded Corners 861">
                <a:extLst>
                  <a:ext uri="{FF2B5EF4-FFF2-40B4-BE49-F238E27FC236}">
                    <a16:creationId xmlns:a16="http://schemas.microsoft.com/office/drawing/2014/main" id="{F4C28AB5-7C82-53DA-6707-24B4D15862E7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63" name="Group 862">
                <a:extLst>
                  <a:ext uri="{FF2B5EF4-FFF2-40B4-BE49-F238E27FC236}">
                    <a16:creationId xmlns:a16="http://schemas.microsoft.com/office/drawing/2014/main" id="{A579B3AE-4C9A-50DA-2959-66E17607B2CB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869" name="Rectangle: Rounded Corners 868">
                  <a:extLst>
                    <a:ext uri="{FF2B5EF4-FFF2-40B4-BE49-F238E27FC236}">
                      <a16:creationId xmlns:a16="http://schemas.microsoft.com/office/drawing/2014/main" id="{41A0C91C-C8AD-4004-97A6-C011A7FE1855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0" name="Rectangle: Rounded Corners 869">
                  <a:extLst>
                    <a:ext uri="{FF2B5EF4-FFF2-40B4-BE49-F238E27FC236}">
                      <a16:creationId xmlns:a16="http://schemas.microsoft.com/office/drawing/2014/main" id="{BD8B71A1-6618-069B-5E1B-7503E079C879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1" name="Rectangle: Rounded Corners 870">
                  <a:extLst>
                    <a:ext uri="{FF2B5EF4-FFF2-40B4-BE49-F238E27FC236}">
                      <a16:creationId xmlns:a16="http://schemas.microsoft.com/office/drawing/2014/main" id="{F647B4EA-5E46-BFEB-2706-A0F703FFC0C7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2" name="Rectangle: Rounded Corners 871">
                  <a:extLst>
                    <a:ext uri="{FF2B5EF4-FFF2-40B4-BE49-F238E27FC236}">
                      <a16:creationId xmlns:a16="http://schemas.microsoft.com/office/drawing/2014/main" id="{3532CA1D-4E55-5F58-CE70-828D916E6C6A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64" name="Group 863">
                <a:extLst>
                  <a:ext uri="{FF2B5EF4-FFF2-40B4-BE49-F238E27FC236}">
                    <a16:creationId xmlns:a16="http://schemas.microsoft.com/office/drawing/2014/main" id="{5A5F7BBA-9191-8347-936A-FDA2B3F719A6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865" name="Rectangle: Rounded Corners 864">
                  <a:extLst>
                    <a:ext uri="{FF2B5EF4-FFF2-40B4-BE49-F238E27FC236}">
                      <a16:creationId xmlns:a16="http://schemas.microsoft.com/office/drawing/2014/main" id="{9929CF09-002B-BDA8-8F31-FBD6025EE108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6" name="Rectangle: Rounded Corners 865">
                  <a:extLst>
                    <a:ext uri="{FF2B5EF4-FFF2-40B4-BE49-F238E27FC236}">
                      <a16:creationId xmlns:a16="http://schemas.microsoft.com/office/drawing/2014/main" id="{19707CC2-2F90-38C8-3B93-79317E815092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7" name="Rectangle: Rounded Corners 866">
                  <a:extLst>
                    <a:ext uri="{FF2B5EF4-FFF2-40B4-BE49-F238E27FC236}">
                      <a16:creationId xmlns:a16="http://schemas.microsoft.com/office/drawing/2014/main" id="{3A4B3EB5-2C57-5889-4F0E-1FD59ECF1599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8" name="Rectangle: Rounded Corners 867">
                  <a:extLst>
                    <a:ext uri="{FF2B5EF4-FFF2-40B4-BE49-F238E27FC236}">
                      <a16:creationId xmlns:a16="http://schemas.microsoft.com/office/drawing/2014/main" id="{2D3AAC43-0A15-FE82-E892-CCF37073CD6F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873" name="Group 872">
            <a:extLst>
              <a:ext uri="{FF2B5EF4-FFF2-40B4-BE49-F238E27FC236}">
                <a16:creationId xmlns:a16="http://schemas.microsoft.com/office/drawing/2014/main" id="{F47B983A-0436-0435-1AEE-252916608152}"/>
              </a:ext>
            </a:extLst>
          </p:cNvPr>
          <p:cNvGrpSpPr>
            <a:grpSpLocks noChangeAspect="1"/>
          </p:cNvGrpSpPr>
          <p:nvPr/>
        </p:nvGrpSpPr>
        <p:grpSpPr>
          <a:xfrm>
            <a:off x="8813783" y="779740"/>
            <a:ext cx="411851" cy="351150"/>
            <a:chOff x="3251348" y="1795096"/>
            <a:chExt cx="3827633" cy="3263516"/>
          </a:xfrm>
        </p:grpSpPr>
        <p:sp>
          <p:nvSpPr>
            <p:cNvPr id="874" name="Rectangle 873">
              <a:extLst>
                <a:ext uri="{FF2B5EF4-FFF2-40B4-BE49-F238E27FC236}">
                  <a16:creationId xmlns:a16="http://schemas.microsoft.com/office/drawing/2014/main" id="{4AE7BFAB-0C95-854B-3504-D3DA6A5CB6A1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75" name="Group 874">
              <a:extLst>
                <a:ext uri="{FF2B5EF4-FFF2-40B4-BE49-F238E27FC236}">
                  <a16:creationId xmlns:a16="http://schemas.microsoft.com/office/drawing/2014/main" id="{E7E7E9AD-C532-124E-19C5-C1122B73FA3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AA90DB55-4E02-8FDD-B7F6-8D352912D479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6E76B48-E083-2A84-7A2D-6A6BDE3856BB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878" name="Rectangle: Rounded Corners 877">
                <a:extLst>
                  <a:ext uri="{FF2B5EF4-FFF2-40B4-BE49-F238E27FC236}">
                    <a16:creationId xmlns:a16="http://schemas.microsoft.com/office/drawing/2014/main" id="{B5CFD2D3-CFA4-4A06-C463-B12CE8EC01C7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9" name="Rectangle: Rounded Corners 878">
                <a:extLst>
                  <a:ext uri="{FF2B5EF4-FFF2-40B4-BE49-F238E27FC236}">
                    <a16:creationId xmlns:a16="http://schemas.microsoft.com/office/drawing/2014/main" id="{58BD09E8-9C72-145D-32D7-9AC8EA443261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0" name="Rectangle: Rounded Corners 879">
                <a:extLst>
                  <a:ext uri="{FF2B5EF4-FFF2-40B4-BE49-F238E27FC236}">
                    <a16:creationId xmlns:a16="http://schemas.microsoft.com/office/drawing/2014/main" id="{34205C1D-0C87-1C0F-84A0-785D75B4E8BF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1" name="Rectangle: Rounded Corners 880">
                <a:extLst>
                  <a:ext uri="{FF2B5EF4-FFF2-40B4-BE49-F238E27FC236}">
                    <a16:creationId xmlns:a16="http://schemas.microsoft.com/office/drawing/2014/main" id="{78E2517E-B69C-133F-0FBA-362BF2BAF60E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2" name="Rectangle: Rounded Corners 881">
                <a:extLst>
                  <a:ext uri="{FF2B5EF4-FFF2-40B4-BE49-F238E27FC236}">
                    <a16:creationId xmlns:a16="http://schemas.microsoft.com/office/drawing/2014/main" id="{9D7EE362-953B-CE31-6F22-D5D61DCE03D7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3" name="Rectangle: Rounded Corners 882">
                <a:extLst>
                  <a:ext uri="{FF2B5EF4-FFF2-40B4-BE49-F238E27FC236}">
                    <a16:creationId xmlns:a16="http://schemas.microsoft.com/office/drawing/2014/main" id="{278C9F0C-0DB2-A492-5ABA-F547B98BE6DA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4" name="Rectangle: Rounded Corners 883">
                <a:extLst>
                  <a:ext uri="{FF2B5EF4-FFF2-40B4-BE49-F238E27FC236}">
                    <a16:creationId xmlns:a16="http://schemas.microsoft.com/office/drawing/2014/main" id="{A41EBBCF-4086-F937-48E9-5172E950BB53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5" name="Rectangle: Rounded Corners 884">
                <a:extLst>
                  <a:ext uri="{FF2B5EF4-FFF2-40B4-BE49-F238E27FC236}">
                    <a16:creationId xmlns:a16="http://schemas.microsoft.com/office/drawing/2014/main" id="{68B4C664-D2AF-F95B-6872-5781EFE9E122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88" name="Group 887">
                <a:extLst>
                  <a:ext uri="{FF2B5EF4-FFF2-40B4-BE49-F238E27FC236}">
                    <a16:creationId xmlns:a16="http://schemas.microsoft.com/office/drawing/2014/main" id="{6015DDFC-31BA-D74A-1579-90E5F753F6AD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154" name="Rectangle: Rounded Corners 1153">
                  <a:extLst>
                    <a:ext uri="{FF2B5EF4-FFF2-40B4-BE49-F238E27FC236}">
                      <a16:creationId xmlns:a16="http://schemas.microsoft.com/office/drawing/2014/main" id="{1826CB0A-D634-17B4-ED51-1F13FC8E5CAA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5" name="Rectangle: Rounded Corners 1154">
                  <a:extLst>
                    <a:ext uri="{FF2B5EF4-FFF2-40B4-BE49-F238E27FC236}">
                      <a16:creationId xmlns:a16="http://schemas.microsoft.com/office/drawing/2014/main" id="{993193E6-9262-00F9-F516-7DDAFC731483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6" name="Rectangle: Rounded Corners 1155">
                  <a:extLst>
                    <a:ext uri="{FF2B5EF4-FFF2-40B4-BE49-F238E27FC236}">
                      <a16:creationId xmlns:a16="http://schemas.microsoft.com/office/drawing/2014/main" id="{87271D53-10F6-854E-C2B1-ADE9CF5C3251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7" name="Rectangle: Rounded Corners 1156">
                  <a:extLst>
                    <a:ext uri="{FF2B5EF4-FFF2-40B4-BE49-F238E27FC236}">
                      <a16:creationId xmlns:a16="http://schemas.microsoft.com/office/drawing/2014/main" id="{41B29F3C-7E38-E105-389D-BD9993FCF95F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93" name="Group 892">
                <a:extLst>
                  <a:ext uri="{FF2B5EF4-FFF2-40B4-BE49-F238E27FC236}">
                    <a16:creationId xmlns:a16="http://schemas.microsoft.com/office/drawing/2014/main" id="{C6E99558-B3B7-7BC7-F8A2-DAE41F48EC8E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894" name="Rectangle: Rounded Corners 893">
                  <a:extLst>
                    <a:ext uri="{FF2B5EF4-FFF2-40B4-BE49-F238E27FC236}">
                      <a16:creationId xmlns:a16="http://schemas.microsoft.com/office/drawing/2014/main" id="{2D533B33-E588-B4FE-068E-C45C7387FC64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5" name="Rectangle: Rounded Corners 894">
                  <a:extLst>
                    <a:ext uri="{FF2B5EF4-FFF2-40B4-BE49-F238E27FC236}">
                      <a16:creationId xmlns:a16="http://schemas.microsoft.com/office/drawing/2014/main" id="{6B2069E3-9FCF-3E7C-3120-B310E1214E6C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2" name="Rectangle: Rounded Corners 1151">
                  <a:extLst>
                    <a:ext uri="{FF2B5EF4-FFF2-40B4-BE49-F238E27FC236}">
                      <a16:creationId xmlns:a16="http://schemas.microsoft.com/office/drawing/2014/main" id="{99D30A27-F91F-8358-C68F-8B8720A7499B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3" name="Rectangle: Rounded Corners 1152">
                  <a:extLst>
                    <a:ext uri="{FF2B5EF4-FFF2-40B4-BE49-F238E27FC236}">
                      <a16:creationId xmlns:a16="http://schemas.microsoft.com/office/drawing/2014/main" id="{CDDBADFC-90B8-E8C0-8255-E98A6032D90E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1158" name="Rectangle: Rounded Corners 1157">
            <a:extLst>
              <a:ext uri="{FF2B5EF4-FFF2-40B4-BE49-F238E27FC236}">
                <a16:creationId xmlns:a16="http://schemas.microsoft.com/office/drawing/2014/main" id="{E5DD0B30-05E1-3929-6210-B105F59FFC6A}"/>
              </a:ext>
            </a:extLst>
          </p:cNvPr>
          <p:cNvSpPr/>
          <p:nvPr/>
        </p:nvSpPr>
        <p:spPr>
          <a:xfrm>
            <a:off x="8718790" y="709026"/>
            <a:ext cx="601448" cy="5739938"/>
          </a:xfrm>
          <a:prstGeom prst="round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9" name="TextBox 1158">
            <a:extLst>
              <a:ext uri="{FF2B5EF4-FFF2-40B4-BE49-F238E27FC236}">
                <a16:creationId xmlns:a16="http://schemas.microsoft.com/office/drawing/2014/main" id="{9B4B36C5-BD46-1455-07A7-E1110C240ACC}"/>
              </a:ext>
            </a:extLst>
          </p:cNvPr>
          <p:cNvSpPr txBox="1"/>
          <p:nvPr/>
        </p:nvSpPr>
        <p:spPr>
          <a:xfrm>
            <a:off x="9430359" y="515458"/>
            <a:ext cx="6014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>
                <a:solidFill>
                  <a:srgbClr val="0070C0"/>
                </a:solidFill>
              </a:rPr>
              <a:t>Decode</a:t>
            </a:r>
          </a:p>
        </p:txBody>
      </p:sp>
      <p:grpSp>
        <p:nvGrpSpPr>
          <p:cNvPr id="1160" name="Group 1159">
            <a:extLst>
              <a:ext uri="{FF2B5EF4-FFF2-40B4-BE49-F238E27FC236}">
                <a16:creationId xmlns:a16="http://schemas.microsoft.com/office/drawing/2014/main" id="{710F710B-2B50-66FB-877F-8B7CEF74EBEA}"/>
              </a:ext>
            </a:extLst>
          </p:cNvPr>
          <p:cNvGrpSpPr>
            <a:grpSpLocks noChangeAspect="1"/>
          </p:cNvGrpSpPr>
          <p:nvPr/>
        </p:nvGrpSpPr>
        <p:grpSpPr>
          <a:xfrm>
            <a:off x="9530853" y="6072738"/>
            <a:ext cx="411851" cy="351150"/>
            <a:chOff x="3251348" y="1795096"/>
            <a:chExt cx="3827633" cy="3263516"/>
          </a:xfrm>
        </p:grpSpPr>
        <p:sp>
          <p:nvSpPr>
            <p:cNvPr id="1161" name="Rectangle 1160">
              <a:extLst>
                <a:ext uri="{FF2B5EF4-FFF2-40B4-BE49-F238E27FC236}">
                  <a16:creationId xmlns:a16="http://schemas.microsoft.com/office/drawing/2014/main" id="{4E5E3ED9-E014-5497-ACD0-00671C5B6885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62" name="Group 1161">
              <a:extLst>
                <a:ext uri="{FF2B5EF4-FFF2-40B4-BE49-F238E27FC236}">
                  <a16:creationId xmlns:a16="http://schemas.microsoft.com/office/drawing/2014/main" id="{3B834D18-F05A-3C51-6683-627FFF33A6F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810C856E-D516-F90D-206A-98AC6E1EC5C7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A310D023-C345-FD1F-2FE8-711591D09F22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165" name="Rectangle: Rounded Corners 1164">
                <a:extLst>
                  <a:ext uri="{FF2B5EF4-FFF2-40B4-BE49-F238E27FC236}">
                    <a16:creationId xmlns:a16="http://schemas.microsoft.com/office/drawing/2014/main" id="{EBEDA712-25FB-D58D-CC07-DF9CBCEBF23B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6" name="Rectangle: Rounded Corners 1165">
                <a:extLst>
                  <a:ext uri="{FF2B5EF4-FFF2-40B4-BE49-F238E27FC236}">
                    <a16:creationId xmlns:a16="http://schemas.microsoft.com/office/drawing/2014/main" id="{F0D727A7-029A-CDED-978C-5B24608492DA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7" name="Rectangle: Rounded Corners 1166">
                <a:extLst>
                  <a:ext uri="{FF2B5EF4-FFF2-40B4-BE49-F238E27FC236}">
                    <a16:creationId xmlns:a16="http://schemas.microsoft.com/office/drawing/2014/main" id="{925DA1F1-EB6A-DB11-BDAF-AA5694EAEF80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8" name="Rectangle: Rounded Corners 1167">
                <a:extLst>
                  <a:ext uri="{FF2B5EF4-FFF2-40B4-BE49-F238E27FC236}">
                    <a16:creationId xmlns:a16="http://schemas.microsoft.com/office/drawing/2014/main" id="{8822F51E-90A7-FBBF-CCD1-F5DEFEA2D995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9" name="Rectangle: Rounded Corners 1168">
                <a:extLst>
                  <a:ext uri="{FF2B5EF4-FFF2-40B4-BE49-F238E27FC236}">
                    <a16:creationId xmlns:a16="http://schemas.microsoft.com/office/drawing/2014/main" id="{334CBBBC-E306-09BC-28FA-2E4A9C75B5D5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0" name="Rectangle: Rounded Corners 1169">
                <a:extLst>
                  <a:ext uri="{FF2B5EF4-FFF2-40B4-BE49-F238E27FC236}">
                    <a16:creationId xmlns:a16="http://schemas.microsoft.com/office/drawing/2014/main" id="{182FC128-09F0-745A-8112-4A73529352F4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1" name="Rectangle: Rounded Corners 1170">
                <a:extLst>
                  <a:ext uri="{FF2B5EF4-FFF2-40B4-BE49-F238E27FC236}">
                    <a16:creationId xmlns:a16="http://schemas.microsoft.com/office/drawing/2014/main" id="{7B6DFF0C-A4C5-4A1E-ABED-51A72E0408E0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2" name="Rectangle: Rounded Corners 1171">
                <a:extLst>
                  <a:ext uri="{FF2B5EF4-FFF2-40B4-BE49-F238E27FC236}">
                    <a16:creationId xmlns:a16="http://schemas.microsoft.com/office/drawing/2014/main" id="{D402F1E1-475D-B7B0-7442-873AA250374E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73" name="Group 1172">
                <a:extLst>
                  <a:ext uri="{FF2B5EF4-FFF2-40B4-BE49-F238E27FC236}">
                    <a16:creationId xmlns:a16="http://schemas.microsoft.com/office/drawing/2014/main" id="{003E1F86-B55D-32B7-0012-017CE097C820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179" name="Rectangle: Rounded Corners 1178">
                  <a:extLst>
                    <a:ext uri="{FF2B5EF4-FFF2-40B4-BE49-F238E27FC236}">
                      <a16:creationId xmlns:a16="http://schemas.microsoft.com/office/drawing/2014/main" id="{4D558A6E-D2F2-AE91-B9F2-D31C62D7595A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0" name="Rectangle: Rounded Corners 1179">
                  <a:extLst>
                    <a:ext uri="{FF2B5EF4-FFF2-40B4-BE49-F238E27FC236}">
                      <a16:creationId xmlns:a16="http://schemas.microsoft.com/office/drawing/2014/main" id="{7F44F52B-D843-7D6A-3AE3-A00A8C56939B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1" name="Rectangle: Rounded Corners 1180">
                  <a:extLst>
                    <a:ext uri="{FF2B5EF4-FFF2-40B4-BE49-F238E27FC236}">
                      <a16:creationId xmlns:a16="http://schemas.microsoft.com/office/drawing/2014/main" id="{218BDF96-FDC4-1EF1-9B4B-CB5F65FA9858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2" name="Rectangle: Rounded Corners 1181">
                  <a:extLst>
                    <a:ext uri="{FF2B5EF4-FFF2-40B4-BE49-F238E27FC236}">
                      <a16:creationId xmlns:a16="http://schemas.microsoft.com/office/drawing/2014/main" id="{298C3464-3C91-9E5F-97B9-77E0517FD495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74" name="Group 1173">
                <a:extLst>
                  <a:ext uri="{FF2B5EF4-FFF2-40B4-BE49-F238E27FC236}">
                    <a16:creationId xmlns:a16="http://schemas.microsoft.com/office/drawing/2014/main" id="{1F0EF933-9310-4164-4017-280A12D5B198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175" name="Rectangle: Rounded Corners 1174">
                  <a:extLst>
                    <a:ext uri="{FF2B5EF4-FFF2-40B4-BE49-F238E27FC236}">
                      <a16:creationId xmlns:a16="http://schemas.microsoft.com/office/drawing/2014/main" id="{7FC50BC9-AFF2-6646-91B5-713CC20B4063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6" name="Rectangle: Rounded Corners 1175">
                  <a:extLst>
                    <a:ext uri="{FF2B5EF4-FFF2-40B4-BE49-F238E27FC236}">
                      <a16:creationId xmlns:a16="http://schemas.microsoft.com/office/drawing/2014/main" id="{50AEFC00-7400-6621-9A61-03DDD796BA00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7" name="Rectangle: Rounded Corners 1176">
                  <a:extLst>
                    <a:ext uri="{FF2B5EF4-FFF2-40B4-BE49-F238E27FC236}">
                      <a16:creationId xmlns:a16="http://schemas.microsoft.com/office/drawing/2014/main" id="{04F8154D-6296-A6E4-CB02-6E46646757D6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8" name="Rectangle: Rounded Corners 1177">
                  <a:extLst>
                    <a:ext uri="{FF2B5EF4-FFF2-40B4-BE49-F238E27FC236}">
                      <a16:creationId xmlns:a16="http://schemas.microsoft.com/office/drawing/2014/main" id="{1224DEB4-3082-9622-338A-7A8EFA9BD385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183" name="Group 1182">
            <a:extLst>
              <a:ext uri="{FF2B5EF4-FFF2-40B4-BE49-F238E27FC236}">
                <a16:creationId xmlns:a16="http://schemas.microsoft.com/office/drawing/2014/main" id="{F37D4921-A739-0FBD-8445-005C2A28BC7B}"/>
              </a:ext>
            </a:extLst>
          </p:cNvPr>
          <p:cNvGrpSpPr>
            <a:grpSpLocks noChangeAspect="1"/>
          </p:cNvGrpSpPr>
          <p:nvPr/>
        </p:nvGrpSpPr>
        <p:grpSpPr>
          <a:xfrm>
            <a:off x="9530853" y="4317453"/>
            <a:ext cx="411851" cy="351150"/>
            <a:chOff x="3251348" y="1795096"/>
            <a:chExt cx="3827633" cy="3263516"/>
          </a:xfrm>
        </p:grpSpPr>
        <p:sp>
          <p:nvSpPr>
            <p:cNvPr id="1184" name="Rectangle 1183">
              <a:extLst>
                <a:ext uri="{FF2B5EF4-FFF2-40B4-BE49-F238E27FC236}">
                  <a16:creationId xmlns:a16="http://schemas.microsoft.com/office/drawing/2014/main" id="{03F696DF-D434-E0BF-0744-B1139B1703DD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85" name="Group 1184">
              <a:extLst>
                <a:ext uri="{FF2B5EF4-FFF2-40B4-BE49-F238E27FC236}">
                  <a16:creationId xmlns:a16="http://schemas.microsoft.com/office/drawing/2014/main" id="{2B7D9333-33CC-76DE-9FE5-200B0652892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D83B61A-9BDE-E2F0-B1C4-D6D031CDC5CF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8EAB446B-26F3-09E5-DAAB-DCD5DC3C57DC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188" name="Rectangle: Rounded Corners 1187">
                <a:extLst>
                  <a:ext uri="{FF2B5EF4-FFF2-40B4-BE49-F238E27FC236}">
                    <a16:creationId xmlns:a16="http://schemas.microsoft.com/office/drawing/2014/main" id="{EE9C2D64-70FF-C77A-F9A8-96FB92B31472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9" name="Rectangle: Rounded Corners 1188">
                <a:extLst>
                  <a:ext uri="{FF2B5EF4-FFF2-40B4-BE49-F238E27FC236}">
                    <a16:creationId xmlns:a16="http://schemas.microsoft.com/office/drawing/2014/main" id="{D1B487AC-69CB-7C8B-4C84-1AB6F493FCB2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0" name="Rectangle: Rounded Corners 1189">
                <a:extLst>
                  <a:ext uri="{FF2B5EF4-FFF2-40B4-BE49-F238E27FC236}">
                    <a16:creationId xmlns:a16="http://schemas.microsoft.com/office/drawing/2014/main" id="{F61F43D0-D82E-D190-ED15-A9D16DD07705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1" name="Rectangle: Rounded Corners 1190">
                <a:extLst>
                  <a:ext uri="{FF2B5EF4-FFF2-40B4-BE49-F238E27FC236}">
                    <a16:creationId xmlns:a16="http://schemas.microsoft.com/office/drawing/2014/main" id="{94F03127-1963-B40B-6116-14FC0D8F26E6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2" name="Rectangle: Rounded Corners 1191">
                <a:extLst>
                  <a:ext uri="{FF2B5EF4-FFF2-40B4-BE49-F238E27FC236}">
                    <a16:creationId xmlns:a16="http://schemas.microsoft.com/office/drawing/2014/main" id="{A55966F9-485E-6CBD-7E96-09372A47A51A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4" name="Rectangle: Rounded Corners 1193">
                <a:extLst>
                  <a:ext uri="{FF2B5EF4-FFF2-40B4-BE49-F238E27FC236}">
                    <a16:creationId xmlns:a16="http://schemas.microsoft.com/office/drawing/2014/main" id="{9866EB59-84A5-FB7B-4C62-57E20730AEC4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8" name="Rectangle: Rounded Corners 1287">
                <a:extLst>
                  <a:ext uri="{FF2B5EF4-FFF2-40B4-BE49-F238E27FC236}">
                    <a16:creationId xmlns:a16="http://schemas.microsoft.com/office/drawing/2014/main" id="{06181442-BB85-8C9A-89A8-AAE59035C8E2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9" name="Rectangle: Rounded Corners 1288">
                <a:extLst>
                  <a:ext uri="{FF2B5EF4-FFF2-40B4-BE49-F238E27FC236}">
                    <a16:creationId xmlns:a16="http://schemas.microsoft.com/office/drawing/2014/main" id="{08B3FE48-7B11-0835-1AC9-328B467DE87F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90" name="Group 1289">
                <a:extLst>
                  <a:ext uri="{FF2B5EF4-FFF2-40B4-BE49-F238E27FC236}">
                    <a16:creationId xmlns:a16="http://schemas.microsoft.com/office/drawing/2014/main" id="{D13FDED9-3CB5-7924-5DD9-804E74598CAF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390" name="Rectangle: Rounded Corners 1389">
                  <a:extLst>
                    <a:ext uri="{FF2B5EF4-FFF2-40B4-BE49-F238E27FC236}">
                      <a16:creationId xmlns:a16="http://schemas.microsoft.com/office/drawing/2014/main" id="{1961AD89-1177-4AFD-C019-25FB916D9257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2" name="Rectangle: Rounded Corners 1391">
                  <a:extLst>
                    <a:ext uri="{FF2B5EF4-FFF2-40B4-BE49-F238E27FC236}">
                      <a16:creationId xmlns:a16="http://schemas.microsoft.com/office/drawing/2014/main" id="{4CED5E66-FC1B-0E5B-D554-69C7616D0BF9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1" name="Rectangle: Rounded Corners 1490">
                  <a:extLst>
                    <a:ext uri="{FF2B5EF4-FFF2-40B4-BE49-F238E27FC236}">
                      <a16:creationId xmlns:a16="http://schemas.microsoft.com/office/drawing/2014/main" id="{B21016AC-1990-9857-3806-90640DE43C28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2" name="Rectangle: Rounded Corners 1491">
                  <a:extLst>
                    <a:ext uri="{FF2B5EF4-FFF2-40B4-BE49-F238E27FC236}">
                      <a16:creationId xmlns:a16="http://schemas.microsoft.com/office/drawing/2014/main" id="{68C874A3-F745-6A7F-AF7C-57035B40BED3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91" name="Group 1290">
                <a:extLst>
                  <a:ext uri="{FF2B5EF4-FFF2-40B4-BE49-F238E27FC236}">
                    <a16:creationId xmlns:a16="http://schemas.microsoft.com/office/drawing/2014/main" id="{6E66C1D1-6DC0-8DA0-06FE-D2618CE56066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293" name="Rectangle: Rounded Corners 1292">
                  <a:extLst>
                    <a:ext uri="{FF2B5EF4-FFF2-40B4-BE49-F238E27FC236}">
                      <a16:creationId xmlns:a16="http://schemas.microsoft.com/office/drawing/2014/main" id="{D79A732C-C34C-6E5E-7B46-04510D6588E5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7" name="Rectangle: Rounded Corners 1386">
                  <a:extLst>
                    <a:ext uri="{FF2B5EF4-FFF2-40B4-BE49-F238E27FC236}">
                      <a16:creationId xmlns:a16="http://schemas.microsoft.com/office/drawing/2014/main" id="{F44AF4FE-AEE2-0D85-219C-A92FA9441C4F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8" name="Rectangle: Rounded Corners 1387">
                  <a:extLst>
                    <a:ext uri="{FF2B5EF4-FFF2-40B4-BE49-F238E27FC236}">
                      <a16:creationId xmlns:a16="http://schemas.microsoft.com/office/drawing/2014/main" id="{64A6C14E-11BF-B68B-8208-B0F8314C835C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9" name="Rectangle: Rounded Corners 1388">
                  <a:extLst>
                    <a:ext uri="{FF2B5EF4-FFF2-40B4-BE49-F238E27FC236}">
                      <a16:creationId xmlns:a16="http://schemas.microsoft.com/office/drawing/2014/main" id="{8746A483-F0B3-A782-9457-4166D377BC0D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493" name="Group 1492">
            <a:extLst>
              <a:ext uri="{FF2B5EF4-FFF2-40B4-BE49-F238E27FC236}">
                <a16:creationId xmlns:a16="http://schemas.microsoft.com/office/drawing/2014/main" id="{8C72646E-0F5D-73B0-C395-C6DF9F5BD3D8}"/>
              </a:ext>
            </a:extLst>
          </p:cNvPr>
          <p:cNvGrpSpPr>
            <a:grpSpLocks noChangeAspect="1"/>
          </p:cNvGrpSpPr>
          <p:nvPr/>
        </p:nvGrpSpPr>
        <p:grpSpPr>
          <a:xfrm>
            <a:off x="9530853" y="2562167"/>
            <a:ext cx="411851" cy="351150"/>
            <a:chOff x="3251348" y="1795096"/>
            <a:chExt cx="3827633" cy="3263516"/>
          </a:xfrm>
        </p:grpSpPr>
        <p:sp>
          <p:nvSpPr>
            <p:cNvPr id="1494" name="Rectangle 1493">
              <a:extLst>
                <a:ext uri="{FF2B5EF4-FFF2-40B4-BE49-F238E27FC236}">
                  <a16:creationId xmlns:a16="http://schemas.microsoft.com/office/drawing/2014/main" id="{CB6ECBF2-718B-45E9-2878-565A0D127385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96" name="Group 1495">
              <a:extLst>
                <a:ext uri="{FF2B5EF4-FFF2-40B4-BE49-F238E27FC236}">
                  <a16:creationId xmlns:a16="http://schemas.microsoft.com/office/drawing/2014/main" id="{CAC5A2EE-EB3F-EB09-07EB-8B48EAEE5CD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DD5EFE5E-9089-D578-4E75-5B720387B8A0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A04F9B1E-9B35-5FA4-35F0-0CC85E2C6CF5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499" name="Rectangle: Rounded Corners 1498">
                <a:extLst>
                  <a:ext uri="{FF2B5EF4-FFF2-40B4-BE49-F238E27FC236}">
                    <a16:creationId xmlns:a16="http://schemas.microsoft.com/office/drawing/2014/main" id="{8B938EAE-2C04-090E-3103-FE99E3909260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0" name="Rectangle: Rounded Corners 1499">
                <a:extLst>
                  <a:ext uri="{FF2B5EF4-FFF2-40B4-BE49-F238E27FC236}">
                    <a16:creationId xmlns:a16="http://schemas.microsoft.com/office/drawing/2014/main" id="{5BD1002E-BC6A-D13C-FD04-C219FA6F3D73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1" name="Rectangle: Rounded Corners 1500">
                <a:extLst>
                  <a:ext uri="{FF2B5EF4-FFF2-40B4-BE49-F238E27FC236}">
                    <a16:creationId xmlns:a16="http://schemas.microsoft.com/office/drawing/2014/main" id="{E33A8501-3945-861F-EF48-BDDEA14B552C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2" name="Rectangle: Rounded Corners 1501">
                <a:extLst>
                  <a:ext uri="{FF2B5EF4-FFF2-40B4-BE49-F238E27FC236}">
                    <a16:creationId xmlns:a16="http://schemas.microsoft.com/office/drawing/2014/main" id="{9BEBFF51-DE31-74F9-AC12-9BD2EF1E67B8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3" name="Rectangle: Rounded Corners 1502">
                <a:extLst>
                  <a:ext uri="{FF2B5EF4-FFF2-40B4-BE49-F238E27FC236}">
                    <a16:creationId xmlns:a16="http://schemas.microsoft.com/office/drawing/2014/main" id="{8B7F7377-1327-5602-07AA-8D3D8A7548D0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4" name="Rectangle: Rounded Corners 1503">
                <a:extLst>
                  <a:ext uri="{FF2B5EF4-FFF2-40B4-BE49-F238E27FC236}">
                    <a16:creationId xmlns:a16="http://schemas.microsoft.com/office/drawing/2014/main" id="{E66D0C1F-7746-9701-2FC0-3DCB8389870F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5" name="Rectangle: Rounded Corners 1504">
                <a:extLst>
                  <a:ext uri="{FF2B5EF4-FFF2-40B4-BE49-F238E27FC236}">
                    <a16:creationId xmlns:a16="http://schemas.microsoft.com/office/drawing/2014/main" id="{178C5BE1-9A25-3A5C-F17A-2EAD009F2245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6" name="Rectangle: Rounded Corners 1505">
                <a:extLst>
                  <a:ext uri="{FF2B5EF4-FFF2-40B4-BE49-F238E27FC236}">
                    <a16:creationId xmlns:a16="http://schemas.microsoft.com/office/drawing/2014/main" id="{6E3688D2-1D67-B720-358C-D80A3559FA22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07" name="Group 1506">
                <a:extLst>
                  <a:ext uri="{FF2B5EF4-FFF2-40B4-BE49-F238E27FC236}">
                    <a16:creationId xmlns:a16="http://schemas.microsoft.com/office/drawing/2014/main" id="{96FDE3B2-C090-9960-BCFE-05D2D59434F6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513" name="Rectangle: Rounded Corners 1512">
                  <a:extLst>
                    <a:ext uri="{FF2B5EF4-FFF2-40B4-BE49-F238E27FC236}">
                      <a16:creationId xmlns:a16="http://schemas.microsoft.com/office/drawing/2014/main" id="{FA064EB1-CFBF-C892-0148-478B127050D2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1" name="Rectangle: Rounded Corners 1530">
                  <a:extLst>
                    <a:ext uri="{FF2B5EF4-FFF2-40B4-BE49-F238E27FC236}">
                      <a16:creationId xmlns:a16="http://schemas.microsoft.com/office/drawing/2014/main" id="{94C3BD52-29D5-37D6-784A-312AE6074459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2" name="Rectangle: Rounded Corners 1531">
                  <a:extLst>
                    <a:ext uri="{FF2B5EF4-FFF2-40B4-BE49-F238E27FC236}">
                      <a16:creationId xmlns:a16="http://schemas.microsoft.com/office/drawing/2014/main" id="{B3465DD3-060C-5E83-2DBC-5FDDA11C1B83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3" name="Rectangle: Rounded Corners 1532">
                  <a:extLst>
                    <a:ext uri="{FF2B5EF4-FFF2-40B4-BE49-F238E27FC236}">
                      <a16:creationId xmlns:a16="http://schemas.microsoft.com/office/drawing/2014/main" id="{C0692A0D-2E0B-7BF4-C7F3-6389FAB30D14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08" name="Group 1507">
                <a:extLst>
                  <a:ext uri="{FF2B5EF4-FFF2-40B4-BE49-F238E27FC236}">
                    <a16:creationId xmlns:a16="http://schemas.microsoft.com/office/drawing/2014/main" id="{9F036BFF-01D4-5088-0E93-52EF02205A2C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509" name="Rectangle: Rounded Corners 1508">
                  <a:extLst>
                    <a:ext uri="{FF2B5EF4-FFF2-40B4-BE49-F238E27FC236}">
                      <a16:creationId xmlns:a16="http://schemas.microsoft.com/office/drawing/2014/main" id="{3EE3D6E5-2A0A-9E83-88B6-9AA1AAAC7561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0" name="Rectangle: Rounded Corners 1509">
                  <a:extLst>
                    <a:ext uri="{FF2B5EF4-FFF2-40B4-BE49-F238E27FC236}">
                      <a16:creationId xmlns:a16="http://schemas.microsoft.com/office/drawing/2014/main" id="{BA88E667-BDA1-B36D-A5DE-7DE5895F9078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1" name="Rectangle: Rounded Corners 1510">
                  <a:extLst>
                    <a:ext uri="{FF2B5EF4-FFF2-40B4-BE49-F238E27FC236}">
                      <a16:creationId xmlns:a16="http://schemas.microsoft.com/office/drawing/2014/main" id="{03F388B1-7244-A42B-4CFE-3B580C16C665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2" name="Rectangle: Rounded Corners 1511">
                  <a:extLst>
                    <a:ext uri="{FF2B5EF4-FFF2-40B4-BE49-F238E27FC236}">
                      <a16:creationId xmlns:a16="http://schemas.microsoft.com/office/drawing/2014/main" id="{0ABA133A-DFB1-49C4-4EBF-314EB33149B0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534" name="Group 1533">
            <a:extLst>
              <a:ext uri="{FF2B5EF4-FFF2-40B4-BE49-F238E27FC236}">
                <a16:creationId xmlns:a16="http://schemas.microsoft.com/office/drawing/2014/main" id="{BA5D3D76-FAC6-07AA-1717-F9EFDC9BA037}"/>
              </a:ext>
            </a:extLst>
          </p:cNvPr>
          <p:cNvGrpSpPr>
            <a:grpSpLocks noChangeAspect="1"/>
          </p:cNvGrpSpPr>
          <p:nvPr/>
        </p:nvGrpSpPr>
        <p:grpSpPr>
          <a:xfrm>
            <a:off x="9530853" y="806881"/>
            <a:ext cx="411851" cy="351150"/>
            <a:chOff x="3251348" y="1795096"/>
            <a:chExt cx="3827633" cy="3263516"/>
          </a:xfrm>
        </p:grpSpPr>
        <p:sp>
          <p:nvSpPr>
            <p:cNvPr id="1535" name="Rectangle 1534">
              <a:extLst>
                <a:ext uri="{FF2B5EF4-FFF2-40B4-BE49-F238E27FC236}">
                  <a16:creationId xmlns:a16="http://schemas.microsoft.com/office/drawing/2014/main" id="{65FC477D-6FE6-BFEB-7191-9FD84D7AAA97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36" name="Group 1535">
              <a:extLst>
                <a:ext uri="{FF2B5EF4-FFF2-40B4-BE49-F238E27FC236}">
                  <a16:creationId xmlns:a16="http://schemas.microsoft.com/office/drawing/2014/main" id="{F14E08E4-C896-1510-61F2-0AB070BF2D7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3212FD5C-F4CE-0517-6D19-B2AFA9787009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E252B512-62A1-7ECF-9951-4C90D5889133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539" name="Rectangle: Rounded Corners 1538">
                <a:extLst>
                  <a:ext uri="{FF2B5EF4-FFF2-40B4-BE49-F238E27FC236}">
                    <a16:creationId xmlns:a16="http://schemas.microsoft.com/office/drawing/2014/main" id="{C2966EAC-7C2A-56EB-634A-0FB240AE0A84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0" name="Rectangle: Rounded Corners 1539">
                <a:extLst>
                  <a:ext uri="{FF2B5EF4-FFF2-40B4-BE49-F238E27FC236}">
                    <a16:creationId xmlns:a16="http://schemas.microsoft.com/office/drawing/2014/main" id="{6C95762F-8A5B-6652-9654-A21E5694A050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1" name="Rectangle: Rounded Corners 1540">
                <a:extLst>
                  <a:ext uri="{FF2B5EF4-FFF2-40B4-BE49-F238E27FC236}">
                    <a16:creationId xmlns:a16="http://schemas.microsoft.com/office/drawing/2014/main" id="{15CF7DEA-9C12-40D1-95F5-C7E1E6FED618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2" name="Rectangle: Rounded Corners 1541">
                <a:extLst>
                  <a:ext uri="{FF2B5EF4-FFF2-40B4-BE49-F238E27FC236}">
                    <a16:creationId xmlns:a16="http://schemas.microsoft.com/office/drawing/2014/main" id="{70676BF5-EB9A-2874-4074-92C700B64BBC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3" name="Rectangle: Rounded Corners 1542">
                <a:extLst>
                  <a:ext uri="{FF2B5EF4-FFF2-40B4-BE49-F238E27FC236}">
                    <a16:creationId xmlns:a16="http://schemas.microsoft.com/office/drawing/2014/main" id="{840CAF45-07EE-15EF-CEE1-4559BC95A789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4" name="Rectangle: Rounded Corners 1543">
                <a:extLst>
                  <a:ext uri="{FF2B5EF4-FFF2-40B4-BE49-F238E27FC236}">
                    <a16:creationId xmlns:a16="http://schemas.microsoft.com/office/drawing/2014/main" id="{72DAF6B7-51A9-6B10-E90A-0BF07768E168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5" name="Rectangle: Rounded Corners 1544">
                <a:extLst>
                  <a:ext uri="{FF2B5EF4-FFF2-40B4-BE49-F238E27FC236}">
                    <a16:creationId xmlns:a16="http://schemas.microsoft.com/office/drawing/2014/main" id="{A9B211CC-8049-0620-4D36-29D992EEACD9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6" name="Rectangle: Rounded Corners 1545">
                <a:extLst>
                  <a:ext uri="{FF2B5EF4-FFF2-40B4-BE49-F238E27FC236}">
                    <a16:creationId xmlns:a16="http://schemas.microsoft.com/office/drawing/2014/main" id="{9F421203-F0B5-12FE-CB2D-916510EAC875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47" name="Group 1546">
                <a:extLst>
                  <a:ext uri="{FF2B5EF4-FFF2-40B4-BE49-F238E27FC236}">
                    <a16:creationId xmlns:a16="http://schemas.microsoft.com/office/drawing/2014/main" id="{35DA2A75-6B58-2DB0-BC6E-90E326B5F4CB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553" name="Rectangle: Rounded Corners 1552">
                  <a:extLst>
                    <a:ext uri="{FF2B5EF4-FFF2-40B4-BE49-F238E27FC236}">
                      <a16:creationId xmlns:a16="http://schemas.microsoft.com/office/drawing/2014/main" id="{7513FBB3-9EED-35AA-461B-FD5218CE7E5C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4" name="Rectangle: Rounded Corners 1553">
                  <a:extLst>
                    <a:ext uri="{FF2B5EF4-FFF2-40B4-BE49-F238E27FC236}">
                      <a16:creationId xmlns:a16="http://schemas.microsoft.com/office/drawing/2014/main" id="{68C40795-9084-AC18-2F34-DB853A6D582F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5" name="Rectangle: Rounded Corners 1554">
                  <a:extLst>
                    <a:ext uri="{FF2B5EF4-FFF2-40B4-BE49-F238E27FC236}">
                      <a16:creationId xmlns:a16="http://schemas.microsoft.com/office/drawing/2014/main" id="{1E5C546D-FB4C-BE97-3C7D-F9407BA1023C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6" name="Rectangle: Rounded Corners 1555">
                  <a:extLst>
                    <a:ext uri="{FF2B5EF4-FFF2-40B4-BE49-F238E27FC236}">
                      <a16:creationId xmlns:a16="http://schemas.microsoft.com/office/drawing/2014/main" id="{AD49F063-9F3A-6467-2808-A77D91E19C51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48" name="Group 1547">
                <a:extLst>
                  <a:ext uri="{FF2B5EF4-FFF2-40B4-BE49-F238E27FC236}">
                    <a16:creationId xmlns:a16="http://schemas.microsoft.com/office/drawing/2014/main" id="{E96BB040-C162-654C-E915-FBE8587632E8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1549" name="Rectangle: Rounded Corners 1548">
                  <a:extLst>
                    <a:ext uri="{FF2B5EF4-FFF2-40B4-BE49-F238E27FC236}">
                      <a16:creationId xmlns:a16="http://schemas.microsoft.com/office/drawing/2014/main" id="{CA301D83-F116-7027-3805-EEA994F5A0B5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0" name="Rectangle: Rounded Corners 1549">
                  <a:extLst>
                    <a:ext uri="{FF2B5EF4-FFF2-40B4-BE49-F238E27FC236}">
                      <a16:creationId xmlns:a16="http://schemas.microsoft.com/office/drawing/2014/main" id="{0019F3DF-03B0-68D7-6F9E-05CF04A7BA98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1" name="Rectangle: Rounded Corners 1550">
                  <a:extLst>
                    <a:ext uri="{FF2B5EF4-FFF2-40B4-BE49-F238E27FC236}">
                      <a16:creationId xmlns:a16="http://schemas.microsoft.com/office/drawing/2014/main" id="{12F24299-EB31-1A12-E367-3AA75D8C499D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2" name="Rectangle: Rounded Corners 1551">
                  <a:extLst>
                    <a:ext uri="{FF2B5EF4-FFF2-40B4-BE49-F238E27FC236}">
                      <a16:creationId xmlns:a16="http://schemas.microsoft.com/office/drawing/2014/main" id="{24799FDE-9D5F-8D07-21EC-CF100CBE8699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1557" name="Rectangle: Rounded Corners 1556">
            <a:extLst>
              <a:ext uri="{FF2B5EF4-FFF2-40B4-BE49-F238E27FC236}">
                <a16:creationId xmlns:a16="http://schemas.microsoft.com/office/drawing/2014/main" id="{EFD50CA4-B7F3-4042-FD13-94E1FC32021B}"/>
              </a:ext>
            </a:extLst>
          </p:cNvPr>
          <p:cNvSpPr/>
          <p:nvPr/>
        </p:nvSpPr>
        <p:spPr>
          <a:xfrm>
            <a:off x="9435860" y="736167"/>
            <a:ext cx="601448" cy="5739938"/>
          </a:xfrm>
          <a:prstGeom prst="round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8" name="TextBox 1557">
            <a:extLst>
              <a:ext uri="{FF2B5EF4-FFF2-40B4-BE49-F238E27FC236}">
                <a16:creationId xmlns:a16="http://schemas.microsoft.com/office/drawing/2014/main" id="{77E15294-4812-DD44-29F4-AF66DC22A3C6}"/>
              </a:ext>
            </a:extLst>
          </p:cNvPr>
          <p:cNvSpPr txBox="1"/>
          <p:nvPr/>
        </p:nvSpPr>
        <p:spPr>
          <a:xfrm rot="16200000">
            <a:off x="5822320" y="688282"/>
            <a:ext cx="5437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Server</a:t>
            </a:r>
          </a:p>
        </p:txBody>
      </p:sp>
      <p:sp>
        <p:nvSpPr>
          <p:cNvPr id="1559" name="TextBox 1558">
            <a:extLst>
              <a:ext uri="{FF2B5EF4-FFF2-40B4-BE49-F238E27FC236}">
                <a16:creationId xmlns:a16="http://schemas.microsoft.com/office/drawing/2014/main" id="{34E61BDF-CC8D-C0E4-BCF5-71C8428E77E6}"/>
              </a:ext>
            </a:extLst>
          </p:cNvPr>
          <p:cNvSpPr txBox="1"/>
          <p:nvPr/>
        </p:nvSpPr>
        <p:spPr>
          <a:xfrm rot="16200000">
            <a:off x="5809707" y="2417641"/>
            <a:ext cx="5437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Server</a:t>
            </a:r>
          </a:p>
        </p:txBody>
      </p:sp>
      <p:sp>
        <p:nvSpPr>
          <p:cNvPr id="1560" name="TextBox 1559">
            <a:extLst>
              <a:ext uri="{FF2B5EF4-FFF2-40B4-BE49-F238E27FC236}">
                <a16:creationId xmlns:a16="http://schemas.microsoft.com/office/drawing/2014/main" id="{EB5146D8-02B3-9509-967B-C74F0A422D83}"/>
              </a:ext>
            </a:extLst>
          </p:cNvPr>
          <p:cNvSpPr txBox="1"/>
          <p:nvPr/>
        </p:nvSpPr>
        <p:spPr>
          <a:xfrm rot="16200000">
            <a:off x="5825821" y="4203791"/>
            <a:ext cx="5437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Server</a:t>
            </a:r>
          </a:p>
        </p:txBody>
      </p:sp>
      <p:sp>
        <p:nvSpPr>
          <p:cNvPr id="1561" name="TextBox 1560">
            <a:extLst>
              <a:ext uri="{FF2B5EF4-FFF2-40B4-BE49-F238E27FC236}">
                <a16:creationId xmlns:a16="http://schemas.microsoft.com/office/drawing/2014/main" id="{4F797AF9-3F47-A82E-7275-EA6BDD6994C6}"/>
              </a:ext>
            </a:extLst>
          </p:cNvPr>
          <p:cNvSpPr txBox="1"/>
          <p:nvPr/>
        </p:nvSpPr>
        <p:spPr>
          <a:xfrm rot="16200000">
            <a:off x="5822320" y="5956156"/>
            <a:ext cx="5437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Server</a:t>
            </a:r>
          </a:p>
        </p:txBody>
      </p:sp>
      <p:grpSp>
        <p:nvGrpSpPr>
          <p:cNvPr id="1562" name="Group 1561">
            <a:extLst>
              <a:ext uri="{FF2B5EF4-FFF2-40B4-BE49-F238E27FC236}">
                <a16:creationId xmlns:a16="http://schemas.microsoft.com/office/drawing/2014/main" id="{E5F339DF-6E19-7D00-0AE7-FE92116FCCF9}"/>
              </a:ext>
            </a:extLst>
          </p:cNvPr>
          <p:cNvGrpSpPr/>
          <p:nvPr/>
        </p:nvGrpSpPr>
        <p:grpSpPr>
          <a:xfrm>
            <a:off x="7486650" y="1152525"/>
            <a:ext cx="3769256" cy="1385888"/>
            <a:chOff x="7486650" y="1152525"/>
            <a:chExt cx="3769256" cy="1385888"/>
          </a:xfrm>
        </p:grpSpPr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C239344E-9CE7-65CA-274C-028502863C5E}"/>
                </a:ext>
              </a:extLst>
            </p:cNvPr>
            <p:cNvSpPr/>
            <p:nvPr/>
          </p:nvSpPr>
          <p:spPr>
            <a:xfrm>
              <a:off x="7486650" y="1152525"/>
              <a:ext cx="3480289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0F7AF3BC-5ABF-C6BB-5961-6DA787FE2E64}"/>
                </a:ext>
              </a:extLst>
            </p:cNvPr>
            <p:cNvSpPr/>
            <p:nvPr/>
          </p:nvSpPr>
          <p:spPr>
            <a:xfrm>
              <a:off x="8285185" y="1152525"/>
              <a:ext cx="2776747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DE44D0E0-9D54-4894-6DC2-F944766DE085}"/>
                </a:ext>
              </a:extLst>
            </p:cNvPr>
            <p:cNvSpPr/>
            <p:nvPr/>
          </p:nvSpPr>
          <p:spPr>
            <a:xfrm>
              <a:off x="9014013" y="1152525"/>
              <a:ext cx="2134657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CC83C0D0-2D13-513B-0CE5-F7AD256CEB6B}"/>
                </a:ext>
              </a:extLst>
            </p:cNvPr>
            <p:cNvSpPr/>
            <p:nvPr/>
          </p:nvSpPr>
          <p:spPr>
            <a:xfrm>
              <a:off x="9731084" y="1152525"/>
              <a:ext cx="1524822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67" name="Group 1566">
            <a:extLst>
              <a:ext uri="{FF2B5EF4-FFF2-40B4-BE49-F238E27FC236}">
                <a16:creationId xmlns:a16="http://schemas.microsoft.com/office/drawing/2014/main" id="{E395A539-ECF2-FCB5-AE91-EE635065ABE5}"/>
              </a:ext>
            </a:extLst>
          </p:cNvPr>
          <p:cNvGrpSpPr/>
          <p:nvPr/>
        </p:nvGrpSpPr>
        <p:grpSpPr>
          <a:xfrm>
            <a:off x="7484263" y="2913192"/>
            <a:ext cx="3769256" cy="1385888"/>
            <a:chOff x="7486650" y="1152525"/>
            <a:chExt cx="3769256" cy="1385888"/>
          </a:xfrm>
        </p:grpSpPr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210A3ED0-265F-33BF-6681-93040EA02B45}"/>
                </a:ext>
              </a:extLst>
            </p:cNvPr>
            <p:cNvSpPr/>
            <p:nvPr/>
          </p:nvSpPr>
          <p:spPr>
            <a:xfrm>
              <a:off x="7486650" y="1152525"/>
              <a:ext cx="3480289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1E4BCF49-36E1-6492-826F-41ACB7129BDE}"/>
                </a:ext>
              </a:extLst>
            </p:cNvPr>
            <p:cNvSpPr/>
            <p:nvPr/>
          </p:nvSpPr>
          <p:spPr>
            <a:xfrm>
              <a:off x="8285185" y="1152525"/>
              <a:ext cx="2776747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D21AA6F8-F759-DBFE-12F5-5DD18B5FA54B}"/>
                </a:ext>
              </a:extLst>
            </p:cNvPr>
            <p:cNvSpPr/>
            <p:nvPr/>
          </p:nvSpPr>
          <p:spPr>
            <a:xfrm>
              <a:off x="9014013" y="1152525"/>
              <a:ext cx="2134657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8432AEF2-996F-CF34-AA1F-C43267227C2D}"/>
                </a:ext>
              </a:extLst>
            </p:cNvPr>
            <p:cNvSpPr/>
            <p:nvPr/>
          </p:nvSpPr>
          <p:spPr>
            <a:xfrm>
              <a:off x="9731084" y="1152525"/>
              <a:ext cx="1524822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72" name="Group 1571">
            <a:extLst>
              <a:ext uri="{FF2B5EF4-FFF2-40B4-BE49-F238E27FC236}">
                <a16:creationId xmlns:a16="http://schemas.microsoft.com/office/drawing/2014/main" id="{4F6380D1-83A4-5E5B-2A97-9AB37CB8A278}"/>
              </a:ext>
            </a:extLst>
          </p:cNvPr>
          <p:cNvGrpSpPr/>
          <p:nvPr/>
        </p:nvGrpSpPr>
        <p:grpSpPr>
          <a:xfrm>
            <a:off x="7484263" y="4675854"/>
            <a:ext cx="3769256" cy="1385888"/>
            <a:chOff x="7486650" y="1152525"/>
            <a:chExt cx="3769256" cy="1385888"/>
          </a:xfrm>
        </p:grpSpPr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0D675C3D-2A83-B0A2-8483-576C94DD8F00}"/>
                </a:ext>
              </a:extLst>
            </p:cNvPr>
            <p:cNvSpPr/>
            <p:nvPr/>
          </p:nvSpPr>
          <p:spPr>
            <a:xfrm>
              <a:off x="7486650" y="1152525"/>
              <a:ext cx="3480289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2EA05506-C3D8-923B-EE7E-34D37A38A7C2}"/>
                </a:ext>
              </a:extLst>
            </p:cNvPr>
            <p:cNvSpPr/>
            <p:nvPr/>
          </p:nvSpPr>
          <p:spPr>
            <a:xfrm>
              <a:off x="8285185" y="1152525"/>
              <a:ext cx="2776747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29DFD950-99B0-745F-81AA-3F512E010243}"/>
                </a:ext>
              </a:extLst>
            </p:cNvPr>
            <p:cNvSpPr/>
            <p:nvPr/>
          </p:nvSpPr>
          <p:spPr>
            <a:xfrm>
              <a:off x="9014013" y="1152525"/>
              <a:ext cx="2134657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BCA2864A-DB28-D073-3232-3E559F1FD7BA}"/>
                </a:ext>
              </a:extLst>
            </p:cNvPr>
            <p:cNvSpPr/>
            <p:nvPr/>
          </p:nvSpPr>
          <p:spPr>
            <a:xfrm>
              <a:off x="9731084" y="1152525"/>
              <a:ext cx="1524822" cy="1385888"/>
            </a:xfrm>
            <a:custGeom>
              <a:avLst/>
              <a:gdLst>
                <a:gd name="csX0" fmla="*/ 0 w 609601"/>
                <a:gd name="csY0" fmla="*/ 1385888 h 1385888"/>
                <a:gd name="csX1" fmla="*/ 609600 w 609601"/>
                <a:gd name="csY1" fmla="*/ 676275 h 1385888"/>
                <a:gd name="csX2" fmla="*/ 4763 w 609601"/>
                <a:gd name="csY2" fmla="*/ 0 h 13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9601" h="1385888">
                  <a:moveTo>
                    <a:pt x="0" y="1385888"/>
                  </a:moveTo>
                  <a:cubicBezTo>
                    <a:pt x="304403" y="1146572"/>
                    <a:pt x="608806" y="907256"/>
                    <a:pt x="609600" y="676275"/>
                  </a:cubicBezTo>
                  <a:cubicBezTo>
                    <a:pt x="610394" y="445294"/>
                    <a:pt x="307578" y="222647"/>
                    <a:pt x="4763" y="0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77" name="Rectangle: Rounded Corners 1576">
            <a:extLst>
              <a:ext uri="{FF2B5EF4-FFF2-40B4-BE49-F238E27FC236}">
                <a16:creationId xmlns:a16="http://schemas.microsoft.com/office/drawing/2014/main" id="{FDD3B5B4-1E74-A66A-4DCD-E4267809EB61}"/>
              </a:ext>
            </a:extLst>
          </p:cNvPr>
          <p:cNvSpPr/>
          <p:nvPr/>
        </p:nvSpPr>
        <p:spPr>
          <a:xfrm rot="16200000">
            <a:off x="8448092" y="3400776"/>
            <a:ext cx="5325362" cy="48031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78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70C0"/>
                </a:solidFill>
              </a:rPr>
              <a:t>Ethernet </a:t>
            </a:r>
          </a:p>
        </p:txBody>
      </p:sp>
      <p:sp>
        <p:nvSpPr>
          <p:cNvPr id="1578" name="TextBox 1577">
            <a:extLst>
              <a:ext uri="{FF2B5EF4-FFF2-40B4-BE49-F238E27FC236}">
                <a16:creationId xmlns:a16="http://schemas.microsoft.com/office/drawing/2014/main" id="{C6F17FEA-D5E1-AA5C-7D05-EF84BE7D2C0B}"/>
              </a:ext>
            </a:extLst>
          </p:cNvPr>
          <p:cNvSpPr txBox="1"/>
          <p:nvPr/>
        </p:nvSpPr>
        <p:spPr>
          <a:xfrm>
            <a:off x="10831690" y="728890"/>
            <a:ext cx="5581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Switch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A02E589-DF61-57F4-D91B-CC9D954A929D}"/>
              </a:ext>
            </a:extLst>
          </p:cNvPr>
          <p:cNvGrpSpPr/>
          <p:nvPr/>
        </p:nvGrpSpPr>
        <p:grpSpPr>
          <a:xfrm>
            <a:off x="3602284" y="1273056"/>
            <a:ext cx="894797" cy="572294"/>
            <a:chOff x="3617019" y="3013602"/>
            <a:chExt cx="894797" cy="57229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98D9BD4-81FE-A452-2BE9-9CF1392C9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79291" y="3071002"/>
              <a:ext cx="757950" cy="514894"/>
            </a:xfrm>
            <a:prstGeom prst="rect">
              <a:avLst/>
            </a:prstGeom>
          </p:spPr>
        </p:pic>
        <p:sp>
          <p:nvSpPr>
            <p:cNvPr id="14" name="TextBox 2000">
              <a:extLst>
                <a:ext uri="{FF2B5EF4-FFF2-40B4-BE49-F238E27FC236}">
                  <a16:creationId xmlns:a16="http://schemas.microsoft.com/office/drawing/2014/main" id="{D913834C-5539-863F-22F2-941F3BF10DDF}"/>
                </a:ext>
              </a:extLst>
            </p:cNvPr>
            <p:cNvSpPr txBox="1"/>
            <p:nvPr/>
          </p:nvSpPr>
          <p:spPr>
            <a:xfrm>
              <a:off x="3617019" y="3013602"/>
              <a:ext cx="89479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00B050"/>
                  </a:solidFill>
                </a:rPr>
                <a:t>Infiniband NDR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0E5C9B5-D39C-6BF7-D862-1A980EDBDC27}"/>
              </a:ext>
            </a:extLst>
          </p:cNvPr>
          <p:cNvGrpSpPr/>
          <p:nvPr/>
        </p:nvGrpSpPr>
        <p:grpSpPr>
          <a:xfrm>
            <a:off x="3602284" y="2614255"/>
            <a:ext cx="894797" cy="572294"/>
            <a:chOff x="3617019" y="3013602"/>
            <a:chExt cx="894797" cy="572294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A4BC001B-8CCC-6F72-A301-5C52351B0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79291" y="3071002"/>
              <a:ext cx="757950" cy="514894"/>
            </a:xfrm>
            <a:prstGeom prst="rect">
              <a:avLst/>
            </a:prstGeom>
          </p:spPr>
        </p:pic>
        <p:sp>
          <p:nvSpPr>
            <p:cNvPr id="43" name="TextBox 2000">
              <a:extLst>
                <a:ext uri="{FF2B5EF4-FFF2-40B4-BE49-F238E27FC236}">
                  <a16:creationId xmlns:a16="http://schemas.microsoft.com/office/drawing/2014/main" id="{96FE0BB3-5CFC-6288-8F78-B8B72307FEE5}"/>
                </a:ext>
              </a:extLst>
            </p:cNvPr>
            <p:cNvSpPr txBox="1"/>
            <p:nvPr/>
          </p:nvSpPr>
          <p:spPr>
            <a:xfrm>
              <a:off x="3617019" y="3013602"/>
              <a:ext cx="89479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00B050"/>
                  </a:solidFill>
                </a:rPr>
                <a:t>Infiniband NDR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F2B6B9E-6B16-56DE-77BF-2AB56407621D}"/>
              </a:ext>
            </a:extLst>
          </p:cNvPr>
          <p:cNvGrpSpPr/>
          <p:nvPr/>
        </p:nvGrpSpPr>
        <p:grpSpPr>
          <a:xfrm>
            <a:off x="3602284" y="3984663"/>
            <a:ext cx="894797" cy="572294"/>
            <a:chOff x="3617019" y="3013602"/>
            <a:chExt cx="894797" cy="572294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893DE05A-5540-33FB-A181-892B602FF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79291" y="3071002"/>
              <a:ext cx="757950" cy="514894"/>
            </a:xfrm>
            <a:prstGeom prst="rect">
              <a:avLst/>
            </a:prstGeom>
          </p:spPr>
        </p:pic>
        <p:sp>
          <p:nvSpPr>
            <p:cNvPr id="47" name="TextBox 2000">
              <a:extLst>
                <a:ext uri="{FF2B5EF4-FFF2-40B4-BE49-F238E27FC236}">
                  <a16:creationId xmlns:a16="http://schemas.microsoft.com/office/drawing/2014/main" id="{E744F1AE-F279-1A2C-7F11-2921A04AE750}"/>
                </a:ext>
              </a:extLst>
            </p:cNvPr>
            <p:cNvSpPr txBox="1"/>
            <p:nvPr/>
          </p:nvSpPr>
          <p:spPr>
            <a:xfrm>
              <a:off x="3617019" y="3013602"/>
              <a:ext cx="89479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00B050"/>
                  </a:solidFill>
                </a:rPr>
                <a:t>Infiniband NDR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ED094D7-7FCD-E672-785E-CB125844E90E}"/>
              </a:ext>
            </a:extLst>
          </p:cNvPr>
          <p:cNvGrpSpPr/>
          <p:nvPr/>
        </p:nvGrpSpPr>
        <p:grpSpPr>
          <a:xfrm>
            <a:off x="3602284" y="5339348"/>
            <a:ext cx="894797" cy="572294"/>
            <a:chOff x="3617019" y="3013602"/>
            <a:chExt cx="894797" cy="572294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68F94529-E27C-39FC-A4FF-F75A12F282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79291" y="3071002"/>
              <a:ext cx="757950" cy="514894"/>
            </a:xfrm>
            <a:prstGeom prst="rect">
              <a:avLst/>
            </a:prstGeom>
          </p:spPr>
        </p:pic>
        <p:sp>
          <p:nvSpPr>
            <p:cNvPr id="50" name="TextBox 2000">
              <a:extLst>
                <a:ext uri="{FF2B5EF4-FFF2-40B4-BE49-F238E27FC236}">
                  <a16:creationId xmlns:a16="http://schemas.microsoft.com/office/drawing/2014/main" id="{3D6856F0-D97A-25AA-35FF-8307CED55CC6}"/>
                </a:ext>
              </a:extLst>
            </p:cNvPr>
            <p:cNvSpPr txBox="1"/>
            <p:nvPr/>
          </p:nvSpPr>
          <p:spPr>
            <a:xfrm>
              <a:off x="3617019" y="3013602"/>
              <a:ext cx="89479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00B050"/>
                  </a:solidFill>
                </a:rPr>
                <a:t>Infiniband NDR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D79C5A4-E168-4708-3F5A-D8ADCD1684CA}"/>
              </a:ext>
            </a:extLst>
          </p:cNvPr>
          <p:cNvGrpSpPr/>
          <p:nvPr/>
        </p:nvGrpSpPr>
        <p:grpSpPr>
          <a:xfrm>
            <a:off x="6260716" y="667243"/>
            <a:ext cx="894797" cy="572294"/>
            <a:chOff x="3617019" y="3013602"/>
            <a:chExt cx="894797" cy="572294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349BE31E-57DA-A595-9AFA-30D757050C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79291" y="3071002"/>
              <a:ext cx="757950" cy="514894"/>
            </a:xfrm>
            <a:prstGeom prst="rect">
              <a:avLst/>
            </a:prstGeom>
          </p:spPr>
        </p:pic>
        <p:sp>
          <p:nvSpPr>
            <p:cNvPr id="54" name="TextBox 2000">
              <a:extLst>
                <a:ext uri="{FF2B5EF4-FFF2-40B4-BE49-F238E27FC236}">
                  <a16:creationId xmlns:a16="http://schemas.microsoft.com/office/drawing/2014/main" id="{9B2B5BB8-E056-7AE2-F6FA-EF1B7278F7E7}"/>
                </a:ext>
              </a:extLst>
            </p:cNvPr>
            <p:cNvSpPr txBox="1"/>
            <p:nvPr/>
          </p:nvSpPr>
          <p:spPr>
            <a:xfrm>
              <a:off x="3617019" y="3013602"/>
              <a:ext cx="89479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00B050"/>
                  </a:solidFill>
                </a:rPr>
                <a:t>Infiniband NDR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17F1A96-D7E7-BB98-CCE5-75714BF57CB7}"/>
              </a:ext>
            </a:extLst>
          </p:cNvPr>
          <p:cNvGrpSpPr/>
          <p:nvPr/>
        </p:nvGrpSpPr>
        <p:grpSpPr>
          <a:xfrm>
            <a:off x="6260716" y="2414007"/>
            <a:ext cx="894797" cy="572294"/>
            <a:chOff x="3617019" y="3013602"/>
            <a:chExt cx="894797" cy="572294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347932F9-B1D5-9008-D2C5-414305B4F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79291" y="3071002"/>
              <a:ext cx="757950" cy="514894"/>
            </a:xfrm>
            <a:prstGeom prst="rect">
              <a:avLst/>
            </a:prstGeom>
          </p:spPr>
        </p:pic>
        <p:sp>
          <p:nvSpPr>
            <p:cNvPr id="57" name="TextBox 2000">
              <a:extLst>
                <a:ext uri="{FF2B5EF4-FFF2-40B4-BE49-F238E27FC236}">
                  <a16:creationId xmlns:a16="http://schemas.microsoft.com/office/drawing/2014/main" id="{F5D5A8D3-1165-155C-6417-F46F70EC320B}"/>
                </a:ext>
              </a:extLst>
            </p:cNvPr>
            <p:cNvSpPr txBox="1"/>
            <p:nvPr/>
          </p:nvSpPr>
          <p:spPr>
            <a:xfrm>
              <a:off x="3617019" y="3013602"/>
              <a:ext cx="89479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00B050"/>
                  </a:solidFill>
                </a:rPr>
                <a:t>Infiniband NDR</a:t>
              </a:r>
            </a:p>
          </p:txBody>
        </p:sp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8A14643A-7DA5-7202-373F-4363C4022BB2}"/>
              </a:ext>
            </a:extLst>
          </p:cNvPr>
          <p:cNvGrpSpPr/>
          <p:nvPr/>
        </p:nvGrpSpPr>
        <p:grpSpPr>
          <a:xfrm>
            <a:off x="6260716" y="4215669"/>
            <a:ext cx="894797" cy="572294"/>
            <a:chOff x="3617019" y="3013602"/>
            <a:chExt cx="894797" cy="572294"/>
          </a:xfrm>
        </p:grpSpPr>
        <p:pic>
          <p:nvPicPr>
            <p:cNvPr id="245" name="Picture 244">
              <a:extLst>
                <a:ext uri="{FF2B5EF4-FFF2-40B4-BE49-F238E27FC236}">
                  <a16:creationId xmlns:a16="http://schemas.microsoft.com/office/drawing/2014/main" id="{0E652F5B-2CDB-5DAD-CAE0-8F84C92C4D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79291" y="3071002"/>
              <a:ext cx="757950" cy="514894"/>
            </a:xfrm>
            <a:prstGeom prst="rect">
              <a:avLst/>
            </a:prstGeom>
          </p:spPr>
        </p:pic>
        <p:sp>
          <p:nvSpPr>
            <p:cNvPr id="246" name="TextBox 2000">
              <a:extLst>
                <a:ext uri="{FF2B5EF4-FFF2-40B4-BE49-F238E27FC236}">
                  <a16:creationId xmlns:a16="http://schemas.microsoft.com/office/drawing/2014/main" id="{CAC6B516-DB7E-9871-7545-0D97E80BFBDB}"/>
                </a:ext>
              </a:extLst>
            </p:cNvPr>
            <p:cNvSpPr txBox="1"/>
            <p:nvPr/>
          </p:nvSpPr>
          <p:spPr>
            <a:xfrm>
              <a:off x="3617019" y="3013602"/>
              <a:ext cx="89479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00B050"/>
                  </a:solidFill>
                </a:rPr>
                <a:t>Infiniband NDR</a:t>
              </a:r>
            </a:p>
          </p:txBody>
        </p: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46889CA5-C276-5B33-9967-620BDA0BC59A}"/>
              </a:ext>
            </a:extLst>
          </p:cNvPr>
          <p:cNvGrpSpPr/>
          <p:nvPr/>
        </p:nvGrpSpPr>
        <p:grpSpPr>
          <a:xfrm>
            <a:off x="6260716" y="5974264"/>
            <a:ext cx="894797" cy="572294"/>
            <a:chOff x="3617019" y="3013602"/>
            <a:chExt cx="894797" cy="572294"/>
          </a:xfrm>
        </p:grpSpPr>
        <p:pic>
          <p:nvPicPr>
            <p:cNvPr id="248" name="Picture 247">
              <a:extLst>
                <a:ext uri="{FF2B5EF4-FFF2-40B4-BE49-F238E27FC236}">
                  <a16:creationId xmlns:a16="http://schemas.microsoft.com/office/drawing/2014/main" id="{0EEE3F7D-6B29-EB2C-4BFE-07AE40DE7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79291" y="3071002"/>
              <a:ext cx="757950" cy="514894"/>
            </a:xfrm>
            <a:prstGeom prst="rect">
              <a:avLst/>
            </a:prstGeom>
          </p:spPr>
        </p:pic>
        <p:sp>
          <p:nvSpPr>
            <p:cNvPr id="249" name="TextBox 2000">
              <a:extLst>
                <a:ext uri="{FF2B5EF4-FFF2-40B4-BE49-F238E27FC236}">
                  <a16:creationId xmlns:a16="http://schemas.microsoft.com/office/drawing/2014/main" id="{4C4BAC3F-F2FA-00FB-AD90-9A1F3D151280}"/>
                </a:ext>
              </a:extLst>
            </p:cNvPr>
            <p:cNvSpPr txBox="1"/>
            <p:nvPr/>
          </p:nvSpPr>
          <p:spPr>
            <a:xfrm>
              <a:off x="3617019" y="3013602"/>
              <a:ext cx="89479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00B050"/>
                  </a:solidFill>
                </a:rPr>
                <a:t>Infiniband NDR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0711BCD4-09C3-4742-CC54-397987EAE7AF}"/>
              </a:ext>
            </a:extLst>
          </p:cNvPr>
          <p:cNvSpPr txBox="1"/>
          <p:nvPr/>
        </p:nvSpPr>
        <p:spPr>
          <a:xfrm>
            <a:off x="1913674" y="1705859"/>
            <a:ext cx="4299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H100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B6C17B65-8848-4923-A8CA-E6B7247C8A3D}"/>
              </a:ext>
            </a:extLst>
          </p:cNvPr>
          <p:cNvSpPr txBox="1"/>
          <p:nvPr/>
        </p:nvSpPr>
        <p:spPr>
          <a:xfrm>
            <a:off x="1901027" y="3093566"/>
            <a:ext cx="4299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H100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22729787-EB65-8D67-3ECE-D172D5E867F4}"/>
              </a:ext>
            </a:extLst>
          </p:cNvPr>
          <p:cNvSpPr txBox="1"/>
          <p:nvPr/>
        </p:nvSpPr>
        <p:spPr>
          <a:xfrm>
            <a:off x="1907405" y="3938848"/>
            <a:ext cx="4299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H100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883B3EF9-31CA-7CB6-0772-9A93412B8645}"/>
              </a:ext>
            </a:extLst>
          </p:cNvPr>
          <p:cNvSpPr txBox="1"/>
          <p:nvPr/>
        </p:nvSpPr>
        <p:spPr>
          <a:xfrm>
            <a:off x="1913080" y="5322179"/>
            <a:ext cx="4299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H100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EA281594-8F26-F7A6-D2C4-0B97B68CAAFA}"/>
              </a:ext>
            </a:extLst>
          </p:cNvPr>
          <p:cNvSpPr txBox="1"/>
          <p:nvPr/>
        </p:nvSpPr>
        <p:spPr>
          <a:xfrm rot="5400000">
            <a:off x="2738893" y="2126789"/>
            <a:ext cx="8418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chemeClr val="accent5">
                    <a:lumMod val="75000"/>
                  </a:schemeClr>
                </a:solidFill>
              </a:rPr>
              <a:t>NVLink</a:t>
            </a:r>
            <a:r>
              <a:rPr lang="en-US" sz="900" dirty="0">
                <a:solidFill>
                  <a:schemeClr val="accent5">
                    <a:lumMod val="75000"/>
                  </a:schemeClr>
                </a:solidFill>
              </a:rPr>
              <a:t> Bridge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1FF2D519-0E94-C286-967D-D33DC8AFF6B8}"/>
              </a:ext>
            </a:extLst>
          </p:cNvPr>
          <p:cNvSpPr txBox="1"/>
          <p:nvPr/>
        </p:nvSpPr>
        <p:spPr>
          <a:xfrm rot="5400000">
            <a:off x="2738892" y="3540133"/>
            <a:ext cx="8418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chemeClr val="accent5">
                    <a:lumMod val="75000"/>
                  </a:schemeClr>
                </a:solidFill>
              </a:rPr>
              <a:t>NVLink</a:t>
            </a:r>
            <a:r>
              <a:rPr lang="en-US" sz="900" dirty="0">
                <a:solidFill>
                  <a:schemeClr val="accent5">
                    <a:lumMod val="75000"/>
                  </a:schemeClr>
                </a:solidFill>
              </a:rPr>
              <a:t> Bridge</a:t>
            </a: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B4D70627-C435-06ED-66DD-09BC667E0026}"/>
              </a:ext>
            </a:extLst>
          </p:cNvPr>
          <p:cNvSpPr txBox="1"/>
          <p:nvPr/>
        </p:nvSpPr>
        <p:spPr>
          <a:xfrm rot="5400000">
            <a:off x="2738891" y="4900742"/>
            <a:ext cx="8418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chemeClr val="accent5">
                    <a:lumMod val="75000"/>
                  </a:schemeClr>
                </a:solidFill>
              </a:rPr>
              <a:t>NVLink</a:t>
            </a:r>
            <a:r>
              <a:rPr lang="en-US" sz="900" dirty="0">
                <a:solidFill>
                  <a:schemeClr val="accent5">
                    <a:lumMod val="75000"/>
                  </a:schemeClr>
                </a:solidFill>
              </a:rPr>
              <a:t> Bridge</a:t>
            </a:r>
          </a:p>
        </p:txBody>
      </p:sp>
    </p:spTree>
    <p:extLst>
      <p:ext uri="{BB962C8B-B14F-4D97-AF65-F5344CB8AC3E}">
        <p14:creationId xmlns:p14="http://schemas.microsoft.com/office/powerpoint/2010/main" val="4287306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DE379-6879-4B48-DF30-632F2C59F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BBA6D83C-1C81-7AF3-36B0-9C5E173160D9}"/>
              </a:ext>
            </a:extLst>
          </p:cNvPr>
          <p:cNvGrpSpPr/>
          <p:nvPr/>
        </p:nvGrpSpPr>
        <p:grpSpPr>
          <a:xfrm>
            <a:off x="4182183" y="1797242"/>
            <a:ext cx="3827633" cy="3263516"/>
            <a:chOff x="3251348" y="1795096"/>
            <a:chExt cx="3827633" cy="326351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A3B7F0C-C0D4-4CF3-9C07-FCF1CA728863}"/>
                </a:ext>
              </a:extLst>
            </p:cNvPr>
            <p:cNvSpPr/>
            <p:nvPr/>
          </p:nvSpPr>
          <p:spPr>
            <a:xfrm>
              <a:off x="3251348" y="1795096"/>
              <a:ext cx="3824019" cy="32599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5CAEB69-A6CA-8E0E-C0F9-C1E6B374C98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51348" y="1795096"/>
              <a:ext cx="3827633" cy="3263516"/>
              <a:chOff x="3251348" y="1795096"/>
              <a:chExt cx="3827633" cy="3263516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49D2DEEA-17F0-7B92-746E-8660B9D02448}"/>
                  </a:ext>
                </a:extLst>
              </p:cNvPr>
              <p:cNvSpPr/>
              <p:nvPr/>
            </p:nvSpPr>
            <p:spPr>
              <a:xfrm>
                <a:off x="3855720" y="2377440"/>
                <a:ext cx="2606040" cy="2072640"/>
              </a:xfrm>
              <a:custGeom>
                <a:avLst/>
                <a:gdLst>
                  <a:gd name="csX0" fmla="*/ 387364 w 2606040"/>
                  <a:gd name="csY0" fmla="*/ 152400 h 2072640"/>
                  <a:gd name="csX1" fmla="*/ 152400 w 2606040"/>
                  <a:gd name="csY1" fmla="*/ 387364 h 2072640"/>
                  <a:gd name="csX2" fmla="*/ 152400 w 2606040"/>
                  <a:gd name="csY2" fmla="*/ 1692896 h 2072640"/>
                  <a:gd name="csX3" fmla="*/ 387364 w 2606040"/>
                  <a:gd name="csY3" fmla="*/ 1927860 h 2072640"/>
                  <a:gd name="csX4" fmla="*/ 2218676 w 2606040"/>
                  <a:gd name="csY4" fmla="*/ 1927860 h 2072640"/>
                  <a:gd name="csX5" fmla="*/ 2453640 w 2606040"/>
                  <a:gd name="csY5" fmla="*/ 1692896 h 2072640"/>
                  <a:gd name="csX6" fmla="*/ 2453640 w 2606040"/>
                  <a:gd name="csY6" fmla="*/ 387364 h 2072640"/>
                  <a:gd name="csX7" fmla="*/ 2218676 w 2606040"/>
                  <a:gd name="csY7" fmla="*/ 152400 h 2072640"/>
                  <a:gd name="csX8" fmla="*/ 345447 w 2606040"/>
                  <a:gd name="csY8" fmla="*/ 0 h 2072640"/>
                  <a:gd name="csX9" fmla="*/ 2260593 w 2606040"/>
                  <a:gd name="csY9" fmla="*/ 0 h 2072640"/>
                  <a:gd name="csX10" fmla="*/ 2606040 w 2606040"/>
                  <a:gd name="csY10" fmla="*/ 345447 h 2072640"/>
                  <a:gd name="csX11" fmla="*/ 2606040 w 2606040"/>
                  <a:gd name="csY11" fmla="*/ 1727193 h 2072640"/>
                  <a:gd name="csX12" fmla="*/ 2260593 w 2606040"/>
                  <a:gd name="csY12" fmla="*/ 2072640 h 2072640"/>
                  <a:gd name="csX13" fmla="*/ 345447 w 2606040"/>
                  <a:gd name="csY13" fmla="*/ 2072640 h 2072640"/>
                  <a:gd name="csX14" fmla="*/ 0 w 2606040"/>
                  <a:gd name="csY14" fmla="*/ 1727193 h 2072640"/>
                  <a:gd name="csX15" fmla="*/ 0 w 2606040"/>
                  <a:gd name="csY15" fmla="*/ 345447 h 2072640"/>
                  <a:gd name="csX16" fmla="*/ 345447 w 2606040"/>
                  <a:gd name="csY16" fmla="*/ 0 h 2072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606040" h="2072640">
                    <a:moveTo>
                      <a:pt x="387364" y="152400"/>
                    </a:moveTo>
                    <a:cubicBezTo>
                      <a:pt x="257597" y="152400"/>
                      <a:pt x="152400" y="257597"/>
                      <a:pt x="152400" y="387364"/>
                    </a:cubicBezTo>
                    <a:lnTo>
                      <a:pt x="152400" y="1692896"/>
                    </a:lnTo>
                    <a:cubicBezTo>
                      <a:pt x="152400" y="1822663"/>
                      <a:pt x="257597" y="1927860"/>
                      <a:pt x="387364" y="1927860"/>
                    </a:cubicBezTo>
                    <a:lnTo>
                      <a:pt x="2218676" y="1927860"/>
                    </a:lnTo>
                    <a:cubicBezTo>
                      <a:pt x="2348443" y="1927860"/>
                      <a:pt x="2453640" y="1822663"/>
                      <a:pt x="2453640" y="1692896"/>
                    </a:cubicBezTo>
                    <a:lnTo>
                      <a:pt x="2453640" y="387364"/>
                    </a:lnTo>
                    <a:cubicBezTo>
                      <a:pt x="2453640" y="257597"/>
                      <a:pt x="2348443" y="152400"/>
                      <a:pt x="2218676" y="152400"/>
                    </a:cubicBezTo>
                    <a:close/>
                    <a:moveTo>
                      <a:pt x="345447" y="0"/>
                    </a:moveTo>
                    <a:lnTo>
                      <a:pt x="2260593" y="0"/>
                    </a:lnTo>
                    <a:cubicBezTo>
                      <a:pt x="2451378" y="0"/>
                      <a:pt x="2606040" y="154662"/>
                      <a:pt x="2606040" y="345447"/>
                    </a:cubicBezTo>
                    <a:lnTo>
                      <a:pt x="2606040" y="1727193"/>
                    </a:lnTo>
                    <a:cubicBezTo>
                      <a:pt x="2606040" y="1917978"/>
                      <a:pt x="2451378" y="2072640"/>
                      <a:pt x="2260593" y="2072640"/>
                    </a:cubicBezTo>
                    <a:lnTo>
                      <a:pt x="345447" y="2072640"/>
                    </a:lnTo>
                    <a:cubicBezTo>
                      <a:pt x="154662" y="2072640"/>
                      <a:pt x="0" y="1917978"/>
                      <a:pt x="0" y="1727193"/>
                    </a:cubicBezTo>
                    <a:lnTo>
                      <a:pt x="0" y="345447"/>
                    </a:lnTo>
                    <a:cubicBezTo>
                      <a:pt x="0" y="154662"/>
                      <a:pt x="154662" y="0"/>
                      <a:pt x="34544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83B9BB7-743A-742D-A99C-BF3E4328951E}"/>
                  </a:ext>
                </a:extLst>
              </p:cNvPr>
              <p:cNvSpPr/>
              <p:nvPr/>
            </p:nvSpPr>
            <p:spPr>
              <a:xfrm>
                <a:off x="4332427" y="3116580"/>
                <a:ext cx="1652626" cy="629848"/>
              </a:xfrm>
              <a:custGeom>
                <a:avLst/>
                <a:gdLst/>
                <a:ahLst/>
                <a:cxnLst/>
                <a:rect l="l" t="t" r="r" b="b"/>
                <a:pathLst>
                  <a:path w="1176486" h="448382">
                    <a:moveTo>
                      <a:pt x="548990" y="75344"/>
                    </a:moveTo>
                    <a:lnTo>
                      <a:pt x="548990" y="222349"/>
                    </a:lnTo>
                    <a:lnTo>
                      <a:pt x="588503" y="222349"/>
                    </a:lnTo>
                    <a:cubicBezTo>
                      <a:pt x="602568" y="222349"/>
                      <a:pt x="614344" y="220452"/>
                      <a:pt x="623831" y="216657"/>
                    </a:cubicBezTo>
                    <a:cubicBezTo>
                      <a:pt x="633319" y="212861"/>
                      <a:pt x="641077" y="207559"/>
                      <a:pt x="647104" y="200750"/>
                    </a:cubicBezTo>
                    <a:cubicBezTo>
                      <a:pt x="653132" y="193942"/>
                      <a:pt x="657708" y="185793"/>
                      <a:pt x="660834" y="176305"/>
                    </a:cubicBezTo>
                    <a:cubicBezTo>
                      <a:pt x="663959" y="166818"/>
                      <a:pt x="665522" y="156493"/>
                      <a:pt x="665522" y="145331"/>
                    </a:cubicBezTo>
                    <a:cubicBezTo>
                      <a:pt x="665522" y="130150"/>
                      <a:pt x="662843" y="117649"/>
                      <a:pt x="657485" y="107826"/>
                    </a:cubicBezTo>
                    <a:cubicBezTo>
                      <a:pt x="652127" y="98003"/>
                      <a:pt x="645542" y="90748"/>
                      <a:pt x="637728" y="86060"/>
                    </a:cubicBezTo>
                    <a:cubicBezTo>
                      <a:pt x="629915" y="81372"/>
                      <a:pt x="621711" y="78414"/>
                      <a:pt x="613116" y="77186"/>
                    </a:cubicBezTo>
                    <a:cubicBezTo>
                      <a:pt x="604521" y="75958"/>
                      <a:pt x="595647" y="75344"/>
                      <a:pt x="586494" y="75344"/>
                    </a:cubicBezTo>
                    <a:close/>
                    <a:moveTo>
                      <a:pt x="490723" y="7367"/>
                    </a:moveTo>
                    <a:lnTo>
                      <a:pt x="592857" y="7367"/>
                    </a:lnTo>
                    <a:cubicBezTo>
                      <a:pt x="603126" y="7367"/>
                      <a:pt x="612893" y="7758"/>
                      <a:pt x="622157" y="8539"/>
                    </a:cubicBezTo>
                    <a:cubicBezTo>
                      <a:pt x="631422" y="9320"/>
                      <a:pt x="642528" y="10995"/>
                      <a:pt x="655476" y="13562"/>
                    </a:cubicBezTo>
                    <a:cubicBezTo>
                      <a:pt x="668424" y="16129"/>
                      <a:pt x="681540" y="20873"/>
                      <a:pt x="694822" y="27794"/>
                    </a:cubicBezTo>
                    <a:cubicBezTo>
                      <a:pt x="708105" y="34714"/>
                      <a:pt x="719435" y="43476"/>
                      <a:pt x="728811" y="54080"/>
                    </a:cubicBezTo>
                    <a:cubicBezTo>
                      <a:pt x="738187" y="64684"/>
                      <a:pt x="745331" y="77074"/>
                      <a:pt x="750242" y="91250"/>
                    </a:cubicBezTo>
                    <a:cubicBezTo>
                      <a:pt x="755154" y="105426"/>
                      <a:pt x="757609" y="121332"/>
                      <a:pt x="757609" y="138968"/>
                    </a:cubicBezTo>
                    <a:cubicBezTo>
                      <a:pt x="757609" y="163302"/>
                      <a:pt x="753814" y="184844"/>
                      <a:pt x="746224" y="203597"/>
                    </a:cubicBezTo>
                    <a:cubicBezTo>
                      <a:pt x="738634" y="222349"/>
                      <a:pt x="727583" y="238144"/>
                      <a:pt x="713072" y="250980"/>
                    </a:cubicBezTo>
                    <a:cubicBezTo>
                      <a:pt x="698562" y="263816"/>
                      <a:pt x="680758" y="273583"/>
                      <a:pt x="659662" y="280281"/>
                    </a:cubicBezTo>
                    <a:cubicBezTo>
                      <a:pt x="638565" y="286978"/>
                      <a:pt x="613730" y="290326"/>
                      <a:pt x="585155" y="290326"/>
                    </a:cubicBezTo>
                    <a:lnTo>
                      <a:pt x="548990" y="290326"/>
                    </a:lnTo>
                    <a:lnTo>
                      <a:pt x="548990" y="428625"/>
                    </a:lnTo>
                    <a:cubicBezTo>
                      <a:pt x="548990" y="430857"/>
                      <a:pt x="548264" y="432867"/>
                      <a:pt x="546813" y="434653"/>
                    </a:cubicBezTo>
                    <a:cubicBezTo>
                      <a:pt x="545362" y="436439"/>
                      <a:pt x="542962" y="437890"/>
                      <a:pt x="539613" y="439006"/>
                    </a:cubicBezTo>
                    <a:cubicBezTo>
                      <a:pt x="536265" y="440122"/>
                      <a:pt x="531800" y="441015"/>
                      <a:pt x="526219" y="441685"/>
                    </a:cubicBezTo>
                    <a:cubicBezTo>
                      <a:pt x="520638" y="442354"/>
                      <a:pt x="513494" y="442689"/>
                      <a:pt x="504788" y="442689"/>
                    </a:cubicBezTo>
                    <a:cubicBezTo>
                      <a:pt x="496304" y="442689"/>
                      <a:pt x="489216" y="442354"/>
                      <a:pt x="483524" y="441685"/>
                    </a:cubicBezTo>
                    <a:cubicBezTo>
                      <a:pt x="477831" y="441015"/>
                      <a:pt x="473310" y="440122"/>
                      <a:pt x="469962" y="439006"/>
                    </a:cubicBezTo>
                    <a:cubicBezTo>
                      <a:pt x="466613" y="437890"/>
                      <a:pt x="464269" y="436439"/>
                      <a:pt x="462930" y="434653"/>
                    </a:cubicBezTo>
                    <a:cubicBezTo>
                      <a:pt x="461590" y="432867"/>
                      <a:pt x="460920" y="430857"/>
                      <a:pt x="460920" y="428625"/>
                    </a:cubicBezTo>
                    <a:lnTo>
                      <a:pt x="460920" y="38844"/>
                    </a:lnTo>
                    <a:cubicBezTo>
                      <a:pt x="460920" y="28352"/>
                      <a:pt x="463655" y="20482"/>
                      <a:pt x="469125" y="15236"/>
                    </a:cubicBezTo>
                    <a:cubicBezTo>
                      <a:pt x="474594" y="9990"/>
                      <a:pt x="481794" y="7367"/>
                      <a:pt x="490723" y="7367"/>
                    </a:cubicBezTo>
                    <a:close/>
                    <a:moveTo>
                      <a:pt x="866738" y="5358"/>
                    </a:moveTo>
                    <a:cubicBezTo>
                      <a:pt x="875221" y="5358"/>
                      <a:pt x="882253" y="5693"/>
                      <a:pt x="887834" y="6362"/>
                    </a:cubicBezTo>
                    <a:cubicBezTo>
                      <a:pt x="893415" y="7032"/>
                      <a:pt x="897880" y="7925"/>
                      <a:pt x="901228" y="9041"/>
                    </a:cubicBezTo>
                    <a:cubicBezTo>
                      <a:pt x="904577" y="10158"/>
                      <a:pt x="906977" y="11609"/>
                      <a:pt x="908428" y="13394"/>
                    </a:cubicBezTo>
                    <a:cubicBezTo>
                      <a:pt x="909879" y="15180"/>
                      <a:pt x="910605" y="17190"/>
                      <a:pt x="910605" y="19422"/>
                    </a:cubicBezTo>
                    <a:lnTo>
                      <a:pt x="910605" y="275258"/>
                    </a:lnTo>
                    <a:cubicBezTo>
                      <a:pt x="910605" y="292447"/>
                      <a:pt x="912725" y="307349"/>
                      <a:pt x="916967" y="319962"/>
                    </a:cubicBezTo>
                    <a:cubicBezTo>
                      <a:pt x="921209" y="332575"/>
                      <a:pt x="927292" y="343012"/>
                      <a:pt x="935217" y="351272"/>
                    </a:cubicBezTo>
                    <a:cubicBezTo>
                      <a:pt x="943142" y="359532"/>
                      <a:pt x="952630" y="365727"/>
                      <a:pt x="963680" y="369857"/>
                    </a:cubicBezTo>
                    <a:cubicBezTo>
                      <a:pt x="974731" y="373987"/>
                      <a:pt x="987065" y="376052"/>
                      <a:pt x="1000683" y="376052"/>
                    </a:cubicBezTo>
                    <a:cubicBezTo>
                      <a:pt x="1014524" y="376052"/>
                      <a:pt x="1026914" y="373931"/>
                      <a:pt x="1037853" y="369689"/>
                    </a:cubicBezTo>
                    <a:cubicBezTo>
                      <a:pt x="1048791" y="365447"/>
                      <a:pt x="1058056" y="359252"/>
                      <a:pt x="1065646" y="351104"/>
                    </a:cubicBezTo>
                    <a:cubicBezTo>
                      <a:pt x="1073237" y="342956"/>
                      <a:pt x="1079097" y="332910"/>
                      <a:pt x="1083227" y="320966"/>
                    </a:cubicBezTo>
                    <a:cubicBezTo>
                      <a:pt x="1087357" y="309023"/>
                      <a:pt x="1089422" y="295461"/>
                      <a:pt x="1089422" y="280281"/>
                    </a:cubicBezTo>
                    <a:lnTo>
                      <a:pt x="1089422" y="19422"/>
                    </a:lnTo>
                    <a:cubicBezTo>
                      <a:pt x="1089422" y="17190"/>
                      <a:pt x="1090091" y="15180"/>
                      <a:pt x="1091431" y="13394"/>
                    </a:cubicBezTo>
                    <a:cubicBezTo>
                      <a:pt x="1092770" y="11609"/>
                      <a:pt x="1095114" y="10158"/>
                      <a:pt x="1098463" y="9041"/>
                    </a:cubicBezTo>
                    <a:cubicBezTo>
                      <a:pt x="1101812" y="7925"/>
                      <a:pt x="1106332" y="7032"/>
                      <a:pt x="1112025" y="6362"/>
                    </a:cubicBezTo>
                    <a:cubicBezTo>
                      <a:pt x="1117718" y="5693"/>
                      <a:pt x="1124805" y="5358"/>
                      <a:pt x="1133289" y="5358"/>
                    </a:cubicBezTo>
                    <a:cubicBezTo>
                      <a:pt x="1141772" y="5358"/>
                      <a:pt x="1148748" y="5693"/>
                      <a:pt x="1154218" y="6362"/>
                    </a:cubicBezTo>
                    <a:cubicBezTo>
                      <a:pt x="1159687" y="7032"/>
                      <a:pt x="1164096" y="7925"/>
                      <a:pt x="1167445" y="9041"/>
                    </a:cubicBezTo>
                    <a:cubicBezTo>
                      <a:pt x="1170793" y="10158"/>
                      <a:pt x="1173137" y="11609"/>
                      <a:pt x="1174477" y="13394"/>
                    </a:cubicBezTo>
                    <a:cubicBezTo>
                      <a:pt x="1175816" y="15180"/>
                      <a:pt x="1176486" y="17190"/>
                      <a:pt x="1176486" y="19422"/>
                    </a:cubicBezTo>
                    <a:lnTo>
                      <a:pt x="1176486" y="279276"/>
                    </a:lnTo>
                    <a:cubicBezTo>
                      <a:pt x="1176486" y="305842"/>
                      <a:pt x="1172579" y="329617"/>
                      <a:pt x="1164766" y="350602"/>
                    </a:cubicBezTo>
                    <a:cubicBezTo>
                      <a:pt x="1156952" y="371587"/>
                      <a:pt x="1145455" y="389334"/>
                      <a:pt x="1130275" y="403845"/>
                    </a:cubicBezTo>
                    <a:cubicBezTo>
                      <a:pt x="1115094" y="418356"/>
                      <a:pt x="1096342" y="429406"/>
                      <a:pt x="1074018" y="436997"/>
                    </a:cubicBezTo>
                    <a:cubicBezTo>
                      <a:pt x="1051694" y="444587"/>
                      <a:pt x="1026021" y="448382"/>
                      <a:pt x="996999" y="448382"/>
                    </a:cubicBezTo>
                    <a:cubicBezTo>
                      <a:pt x="969764" y="448382"/>
                      <a:pt x="945319" y="444978"/>
                      <a:pt x="923664" y="438169"/>
                    </a:cubicBezTo>
                    <a:cubicBezTo>
                      <a:pt x="902010" y="431360"/>
                      <a:pt x="883704" y="421035"/>
                      <a:pt x="868747" y="407194"/>
                    </a:cubicBezTo>
                    <a:cubicBezTo>
                      <a:pt x="853789" y="393353"/>
                      <a:pt x="842348" y="376107"/>
                      <a:pt x="834423" y="355457"/>
                    </a:cubicBezTo>
                    <a:cubicBezTo>
                      <a:pt x="826498" y="334807"/>
                      <a:pt x="822536" y="310642"/>
                      <a:pt x="822536" y="282959"/>
                    </a:cubicBezTo>
                    <a:lnTo>
                      <a:pt x="822536" y="19422"/>
                    </a:lnTo>
                    <a:cubicBezTo>
                      <a:pt x="822536" y="17190"/>
                      <a:pt x="823205" y="15180"/>
                      <a:pt x="824545" y="13394"/>
                    </a:cubicBezTo>
                    <a:cubicBezTo>
                      <a:pt x="825884" y="11609"/>
                      <a:pt x="828284" y="10158"/>
                      <a:pt x="831744" y="9041"/>
                    </a:cubicBezTo>
                    <a:cubicBezTo>
                      <a:pt x="835205" y="7925"/>
                      <a:pt x="839725" y="7032"/>
                      <a:pt x="845306" y="6362"/>
                    </a:cubicBezTo>
                    <a:cubicBezTo>
                      <a:pt x="850887" y="5693"/>
                      <a:pt x="858031" y="5358"/>
                      <a:pt x="866738" y="5358"/>
                    </a:cubicBezTo>
                    <a:close/>
                    <a:moveTo>
                      <a:pt x="225698" y="0"/>
                    </a:moveTo>
                    <a:cubicBezTo>
                      <a:pt x="244450" y="0"/>
                      <a:pt x="261528" y="1284"/>
                      <a:pt x="276932" y="3851"/>
                    </a:cubicBezTo>
                    <a:cubicBezTo>
                      <a:pt x="292335" y="6418"/>
                      <a:pt x="305786" y="9544"/>
                      <a:pt x="317283" y="13227"/>
                    </a:cubicBezTo>
                    <a:cubicBezTo>
                      <a:pt x="328780" y="16911"/>
                      <a:pt x="338323" y="20873"/>
                      <a:pt x="345914" y="25115"/>
                    </a:cubicBezTo>
                    <a:cubicBezTo>
                      <a:pt x="353504" y="29356"/>
                      <a:pt x="358806" y="33040"/>
                      <a:pt x="361820" y="36165"/>
                    </a:cubicBezTo>
                    <a:cubicBezTo>
                      <a:pt x="364833" y="39291"/>
                      <a:pt x="367010" y="43700"/>
                      <a:pt x="368349" y="49392"/>
                    </a:cubicBezTo>
                    <a:cubicBezTo>
                      <a:pt x="369689" y="55085"/>
                      <a:pt x="370359" y="63512"/>
                      <a:pt x="370359" y="74675"/>
                    </a:cubicBezTo>
                    <a:cubicBezTo>
                      <a:pt x="370359" y="81148"/>
                      <a:pt x="370080" y="86730"/>
                      <a:pt x="369521" y="91418"/>
                    </a:cubicBezTo>
                    <a:cubicBezTo>
                      <a:pt x="368963" y="96106"/>
                      <a:pt x="368182" y="99845"/>
                      <a:pt x="367177" y="102636"/>
                    </a:cubicBezTo>
                    <a:cubicBezTo>
                      <a:pt x="366173" y="105426"/>
                      <a:pt x="364945" y="107379"/>
                      <a:pt x="363494" y="108496"/>
                    </a:cubicBezTo>
                    <a:cubicBezTo>
                      <a:pt x="362043" y="109612"/>
                      <a:pt x="360313" y="110170"/>
                      <a:pt x="358304" y="110170"/>
                    </a:cubicBezTo>
                    <a:cubicBezTo>
                      <a:pt x="355401" y="110170"/>
                      <a:pt x="350713" y="108161"/>
                      <a:pt x="344239" y="104142"/>
                    </a:cubicBezTo>
                    <a:cubicBezTo>
                      <a:pt x="337765" y="100124"/>
                      <a:pt x="329170" y="95771"/>
                      <a:pt x="318455" y="91083"/>
                    </a:cubicBezTo>
                    <a:cubicBezTo>
                      <a:pt x="307739" y="86395"/>
                      <a:pt x="294959" y="82041"/>
                      <a:pt x="280113" y="78023"/>
                    </a:cubicBezTo>
                    <a:cubicBezTo>
                      <a:pt x="265267" y="74005"/>
                      <a:pt x="248022" y="71996"/>
                      <a:pt x="228377" y="71996"/>
                    </a:cubicBezTo>
                    <a:cubicBezTo>
                      <a:pt x="207392" y="71996"/>
                      <a:pt x="188416" y="75623"/>
                      <a:pt x="171450" y="82879"/>
                    </a:cubicBezTo>
                    <a:cubicBezTo>
                      <a:pt x="154483" y="90134"/>
                      <a:pt x="139973" y="100403"/>
                      <a:pt x="127918" y="113686"/>
                    </a:cubicBezTo>
                    <a:cubicBezTo>
                      <a:pt x="115862" y="126969"/>
                      <a:pt x="106598" y="142931"/>
                      <a:pt x="100124" y="161571"/>
                    </a:cubicBezTo>
                    <a:cubicBezTo>
                      <a:pt x="93650" y="180212"/>
                      <a:pt x="90413" y="200806"/>
                      <a:pt x="90413" y="223354"/>
                    </a:cubicBezTo>
                    <a:cubicBezTo>
                      <a:pt x="90413" y="248134"/>
                      <a:pt x="93706" y="269956"/>
                      <a:pt x="100291" y="288820"/>
                    </a:cubicBezTo>
                    <a:cubicBezTo>
                      <a:pt x="106877" y="307684"/>
                      <a:pt x="116086" y="323478"/>
                      <a:pt x="127918" y="336203"/>
                    </a:cubicBezTo>
                    <a:cubicBezTo>
                      <a:pt x="139749" y="348928"/>
                      <a:pt x="153981" y="358527"/>
                      <a:pt x="170613" y="365001"/>
                    </a:cubicBezTo>
                    <a:cubicBezTo>
                      <a:pt x="187244" y="371475"/>
                      <a:pt x="205606" y="374712"/>
                      <a:pt x="225698" y="374712"/>
                    </a:cubicBezTo>
                    <a:cubicBezTo>
                      <a:pt x="235520" y="374712"/>
                      <a:pt x="245231" y="373596"/>
                      <a:pt x="254831" y="371363"/>
                    </a:cubicBezTo>
                    <a:cubicBezTo>
                      <a:pt x="264430" y="369131"/>
                      <a:pt x="273360" y="365782"/>
                      <a:pt x="281620" y="361317"/>
                    </a:cubicBezTo>
                    <a:lnTo>
                      <a:pt x="281620" y="260858"/>
                    </a:lnTo>
                    <a:lnTo>
                      <a:pt x="199578" y="260858"/>
                    </a:lnTo>
                    <a:cubicBezTo>
                      <a:pt x="195560" y="260858"/>
                      <a:pt x="192435" y="258347"/>
                      <a:pt x="190202" y="253324"/>
                    </a:cubicBezTo>
                    <a:cubicBezTo>
                      <a:pt x="187970" y="248301"/>
                      <a:pt x="186853" y="239762"/>
                      <a:pt x="186853" y="227707"/>
                    </a:cubicBezTo>
                    <a:cubicBezTo>
                      <a:pt x="186853" y="221456"/>
                      <a:pt x="187133" y="216210"/>
                      <a:pt x="187691" y="211968"/>
                    </a:cubicBezTo>
                    <a:cubicBezTo>
                      <a:pt x="188249" y="207727"/>
                      <a:pt x="189086" y="204322"/>
                      <a:pt x="190202" y="201755"/>
                    </a:cubicBezTo>
                    <a:cubicBezTo>
                      <a:pt x="191318" y="199188"/>
                      <a:pt x="192658" y="197290"/>
                      <a:pt x="194220" y="196062"/>
                    </a:cubicBezTo>
                    <a:cubicBezTo>
                      <a:pt x="195783" y="194835"/>
                      <a:pt x="197569" y="194221"/>
                      <a:pt x="199578" y="194221"/>
                    </a:cubicBezTo>
                    <a:lnTo>
                      <a:pt x="345914" y="194221"/>
                    </a:lnTo>
                    <a:cubicBezTo>
                      <a:pt x="349485" y="194221"/>
                      <a:pt x="352667" y="194835"/>
                      <a:pt x="355457" y="196062"/>
                    </a:cubicBezTo>
                    <a:cubicBezTo>
                      <a:pt x="358248" y="197290"/>
                      <a:pt x="360703" y="199132"/>
                      <a:pt x="362824" y="201588"/>
                    </a:cubicBezTo>
                    <a:cubicBezTo>
                      <a:pt x="364945" y="204043"/>
                      <a:pt x="366563" y="207001"/>
                      <a:pt x="367680" y="210462"/>
                    </a:cubicBezTo>
                    <a:cubicBezTo>
                      <a:pt x="368796" y="213922"/>
                      <a:pt x="369354" y="217884"/>
                      <a:pt x="369354" y="222349"/>
                    </a:cubicBezTo>
                    <a:lnTo>
                      <a:pt x="369354" y="394804"/>
                    </a:lnTo>
                    <a:cubicBezTo>
                      <a:pt x="369354" y="401501"/>
                      <a:pt x="368182" y="407361"/>
                      <a:pt x="365838" y="412384"/>
                    </a:cubicBezTo>
                    <a:cubicBezTo>
                      <a:pt x="363494" y="417407"/>
                      <a:pt x="358694" y="421370"/>
                      <a:pt x="351439" y="424272"/>
                    </a:cubicBezTo>
                    <a:cubicBezTo>
                      <a:pt x="344183" y="427174"/>
                      <a:pt x="335198" y="430188"/>
                      <a:pt x="324482" y="433313"/>
                    </a:cubicBezTo>
                    <a:cubicBezTo>
                      <a:pt x="313767" y="436439"/>
                      <a:pt x="302660" y="439117"/>
                      <a:pt x="291163" y="441350"/>
                    </a:cubicBezTo>
                    <a:cubicBezTo>
                      <a:pt x="279666" y="443582"/>
                      <a:pt x="268058" y="445257"/>
                      <a:pt x="256338" y="446373"/>
                    </a:cubicBezTo>
                    <a:cubicBezTo>
                      <a:pt x="244617" y="447489"/>
                      <a:pt x="232841" y="448047"/>
                      <a:pt x="221010" y="448047"/>
                    </a:cubicBezTo>
                    <a:cubicBezTo>
                      <a:pt x="186407" y="448047"/>
                      <a:pt x="155432" y="443080"/>
                      <a:pt x="128085" y="433146"/>
                    </a:cubicBezTo>
                    <a:cubicBezTo>
                      <a:pt x="100738" y="423211"/>
                      <a:pt x="77576" y="408812"/>
                      <a:pt x="58601" y="389948"/>
                    </a:cubicBezTo>
                    <a:cubicBezTo>
                      <a:pt x="39625" y="371084"/>
                      <a:pt x="25115" y="348090"/>
                      <a:pt x="15069" y="320966"/>
                    </a:cubicBezTo>
                    <a:cubicBezTo>
                      <a:pt x="5023" y="293842"/>
                      <a:pt x="0" y="263091"/>
                      <a:pt x="0" y="228712"/>
                    </a:cubicBezTo>
                    <a:cubicBezTo>
                      <a:pt x="0" y="193216"/>
                      <a:pt x="5358" y="161348"/>
                      <a:pt x="16073" y="133108"/>
                    </a:cubicBezTo>
                    <a:cubicBezTo>
                      <a:pt x="26789" y="104868"/>
                      <a:pt x="41969" y="80869"/>
                      <a:pt x="61615" y="61113"/>
                    </a:cubicBezTo>
                    <a:cubicBezTo>
                      <a:pt x="81260" y="41356"/>
                      <a:pt x="104979" y="26231"/>
                      <a:pt x="132773" y="15739"/>
                    </a:cubicBezTo>
                    <a:cubicBezTo>
                      <a:pt x="160567" y="5246"/>
                      <a:pt x="191542" y="0"/>
                      <a:pt x="225698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5400" b="1" dirty="0">
                  <a:ln w="0"/>
                </a:endParaRP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AE778C27-5C5E-746E-D62D-D2060B20DAFD}"/>
                  </a:ext>
                </a:extLst>
              </p:cNvPr>
              <p:cNvSpPr/>
              <p:nvPr/>
            </p:nvSpPr>
            <p:spPr>
              <a:xfrm>
                <a:off x="4324350" y="1795096"/>
                <a:ext cx="266700" cy="388229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2F6BBFB6-3645-91D1-3EE9-D3B378107D69}"/>
                  </a:ext>
                </a:extLst>
              </p:cNvPr>
              <p:cNvSpPr/>
              <p:nvPr/>
            </p:nvSpPr>
            <p:spPr>
              <a:xfrm>
                <a:off x="4808220" y="1798711"/>
                <a:ext cx="266700" cy="388229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4EE4A87E-72F6-795E-F86E-5A1B31E716C2}"/>
                  </a:ext>
                </a:extLst>
              </p:cNvPr>
              <p:cNvSpPr/>
              <p:nvPr/>
            </p:nvSpPr>
            <p:spPr>
              <a:xfrm>
                <a:off x="5292090" y="1798710"/>
                <a:ext cx="266700" cy="388229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97C9462A-C1D4-9F8A-DF08-B150D675F521}"/>
                  </a:ext>
                </a:extLst>
              </p:cNvPr>
              <p:cNvSpPr/>
              <p:nvPr/>
            </p:nvSpPr>
            <p:spPr>
              <a:xfrm>
                <a:off x="5775960" y="1795096"/>
                <a:ext cx="266700" cy="388229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EEE5C96E-B9F8-5787-58CD-C6E6B2CE8040}"/>
                  </a:ext>
                </a:extLst>
              </p:cNvPr>
              <p:cNvSpPr/>
              <p:nvPr/>
            </p:nvSpPr>
            <p:spPr>
              <a:xfrm>
                <a:off x="4324350" y="4666768"/>
                <a:ext cx="266700" cy="388229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53F63B8-F84D-AA7A-940D-91EC9EF2303A}"/>
                  </a:ext>
                </a:extLst>
              </p:cNvPr>
              <p:cNvSpPr/>
              <p:nvPr/>
            </p:nvSpPr>
            <p:spPr>
              <a:xfrm>
                <a:off x="4808220" y="4670383"/>
                <a:ext cx="266700" cy="388229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976C1FAD-F815-0A47-B0B2-3B002F9C01DE}"/>
                  </a:ext>
                </a:extLst>
              </p:cNvPr>
              <p:cNvSpPr/>
              <p:nvPr/>
            </p:nvSpPr>
            <p:spPr>
              <a:xfrm>
                <a:off x="5292090" y="4670382"/>
                <a:ext cx="266700" cy="388229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1FAD9A39-6932-C30B-6440-BC80982785FD}"/>
                  </a:ext>
                </a:extLst>
              </p:cNvPr>
              <p:cNvSpPr/>
              <p:nvPr/>
            </p:nvSpPr>
            <p:spPr>
              <a:xfrm>
                <a:off x="5775960" y="4666768"/>
                <a:ext cx="266700" cy="388229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40FE7E97-5F53-E24A-3349-D168AD125FB8}"/>
                  </a:ext>
                </a:extLst>
              </p:cNvPr>
              <p:cNvGrpSpPr/>
              <p:nvPr/>
            </p:nvGrpSpPr>
            <p:grpSpPr>
              <a:xfrm rot="5400000">
                <a:off x="2588115" y="3217838"/>
                <a:ext cx="1718310" cy="391844"/>
                <a:chOff x="4476750" y="1947496"/>
                <a:chExt cx="1718310" cy="391844"/>
              </a:xfrm>
            </p:grpSpPr>
            <p:sp>
              <p:nvSpPr>
                <p:cNvPr id="22" name="Rectangle: Rounded Corners 21">
                  <a:extLst>
                    <a:ext uri="{FF2B5EF4-FFF2-40B4-BE49-F238E27FC236}">
                      <a16:creationId xmlns:a16="http://schemas.microsoft.com/office/drawing/2014/main" id="{DF3458BE-AEF6-660F-5E80-0AD5983D535C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E46206C1-46E3-CB32-446C-311B8C4D8C8C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Rectangle: Rounded Corners 23">
                  <a:extLst>
                    <a:ext uri="{FF2B5EF4-FFF2-40B4-BE49-F238E27FC236}">
                      <a16:creationId xmlns:a16="http://schemas.microsoft.com/office/drawing/2014/main" id="{B62D7F8B-2FC3-FBCB-F9A8-F04EB243D21A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Rectangle: Rounded Corners 24">
                  <a:extLst>
                    <a:ext uri="{FF2B5EF4-FFF2-40B4-BE49-F238E27FC236}">
                      <a16:creationId xmlns:a16="http://schemas.microsoft.com/office/drawing/2014/main" id="{C04EFAD0-3889-C568-A201-354323C0C558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32F4D974-7FEC-F195-A335-EBFFA9195FFD}"/>
                  </a:ext>
                </a:extLst>
              </p:cNvPr>
              <p:cNvGrpSpPr/>
              <p:nvPr/>
            </p:nvGrpSpPr>
            <p:grpSpPr>
              <a:xfrm rot="5400000">
                <a:off x="6023904" y="3217839"/>
                <a:ext cx="1718310" cy="391844"/>
                <a:chOff x="4476750" y="1947496"/>
                <a:chExt cx="1718310" cy="391844"/>
              </a:xfrm>
            </p:grpSpPr>
            <p:sp>
              <p:nvSpPr>
                <p:cNvPr id="32" name="Rectangle: Rounded Corners 31">
                  <a:extLst>
                    <a:ext uri="{FF2B5EF4-FFF2-40B4-BE49-F238E27FC236}">
                      <a16:creationId xmlns:a16="http://schemas.microsoft.com/office/drawing/2014/main" id="{B1A7D683-2E0C-634C-0203-F6CD4D0B8F02}"/>
                    </a:ext>
                  </a:extLst>
                </p:cNvPr>
                <p:cNvSpPr/>
                <p:nvPr/>
              </p:nvSpPr>
              <p:spPr>
                <a:xfrm>
                  <a:off x="4476750" y="1947496"/>
                  <a:ext cx="266700" cy="388229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Rectangle: Rounded Corners 32">
                  <a:extLst>
                    <a:ext uri="{FF2B5EF4-FFF2-40B4-BE49-F238E27FC236}">
                      <a16:creationId xmlns:a16="http://schemas.microsoft.com/office/drawing/2014/main" id="{176E3B47-C1B6-E199-FC75-AC4EAFA5EF1B}"/>
                    </a:ext>
                  </a:extLst>
                </p:cNvPr>
                <p:cNvSpPr/>
                <p:nvPr/>
              </p:nvSpPr>
              <p:spPr>
                <a:xfrm>
                  <a:off x="4960620" y="1951111"/>
                  <a:ext cx="266700" cy="388229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57B572AD-6241-2E21-B527-E19BF160798F}"/>
                    </a:ext>
                  </a:extLst>
                </p:cNvPr>
                <p:cNvSpPr/>
                <p:nvPr/>
              </p:nvSpPr>
              <p:spPr>
                <a:xfrm>
                  <a:off x="5444490" y="1951110"/>
                  <a:ext cx="266700" cy="388229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096FDCD1-6A8F-60F8-8177-9997D318A76A}"/>
                    </a:ext>
                  </a:extLst>
                </p:cNvPr>
                <p:cNvSpPr/>
                <p:nvPr/>
              </p:nvSpPr>
              <p:spPr>
                <a:xfrm>
                  <a:off x="5928360" y="1947496"/>
                  <a:ext cx="266700" cy="388229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046475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1831</TotalTime>
  <Words>570</Words>
  <Application>Microsoft Office PowerPoint</Application>
  <PresentationFormat>Widescreen</PresentationFormat>
  <Paragraphs>182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Office Theme</vt:lpstr>
      <vt:lpstr>PP Model</vt:lpstr>
      <vt:lpstr>PP Pipeline (Logical View)</vt:lpstr>
      <vt:lpstr>PP Pipeline (Physical View)</vt:lpstr>
      <vt:lpstr>PP Pipeline (Physical View)</vt:lpstr>
      <vt:lpstr>PP Pipeline (Physical View)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Virgil Mocanu</dc:creator>
  <cp:lastModifiedBy>Virgil Mocanu</cp:lastModifiedBy>
  <cp:revision>213</cp:revision>
  <dcterms:created xsi:type="dcterms:W3CDTF">2026-01-07T03:01:36Z</dcterms:created>
  <dcterms:modified xsi:type="dcterms:W3CDTF">2026-01-13T03:09:42Z</dcterms:modified>
</cp:coreProperties>
</file>